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Prediction de Defaut de Paiement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Clients de Cartes de Credit Taiwanais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73C0"/>
          </a:solidFill>
          <a:ln>
            <a:solidFill>
              <a:srgbClr val="347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CONTEXTE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Objectif: Predire si un client fera defaut de paiement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Dataset: 30,000 clients taiwanais avec 25 variables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Domaine: Finance / Bancaire (UCI ML Repository)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Type de Probleme: Classification Binaire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Distribution: 77.9% Non-Defaut vs 22.1% Defaut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73C0"/>
          </a:solidFill>
          <a:ln>
            <a:solidFill>
              <a:srgbClr val="347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ANALYSE EXPLORATOIRE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* Zero valeurs manquantes (apres imputation)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* Outliers detectes dans montants (BILL_AMT, PAY_AMT)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* Winsorisation appliquee (limites 1%)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* Correlations analysees avec la variable cible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* Distributions: montants tres varies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73C0"/>
          </a:solidFill>
          <a:ln>
            <a:solidFill>
              <a:srgbClr val="347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PREPARATION DES DONNEES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1. Winsorisation: Traitement des outliers (1%, 99%)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2. Standardisation: StandardScaler (moyenne=0, std=1)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3. Encodage: OneHotEncoder pour variables categorielles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4. Balancement: Test de SMOTE vs sans balancement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5. Split: 80% Train / 20%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73C0"/>
          </a:solidFill>
          <a:ln>
            <a:solidFill>
              <a:srgbClr val="347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MODELES ET APPROCHES TESTEES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4 Modeles: Logistic Regression, Decision Tree, k-NN, Random Forest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6 Approches Combinees: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  - Sans reduction dimensionnelle (avec/sans SMOTE)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  - Avec PCA (12 composantes = 90% variance)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  - Avec t-SNE (2 dimensions)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Total: 24 configurations differentes testees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73C0"/>
          </a:solidFill>
          <a:ln>
            <a:solidFill>
              <a:srgbClr val="347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RESULTATS 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MEILLEUR: Random Forest - Sans Reduction, Sans SMOTE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  ROC-AUC: 0.7711 | Accuracy: 80.10%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Impact du SMOTE: Legere baisse (-0.57%)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PCA: Perte de 1.7% de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t-SNE: Perte significative de 4.3% (trop de compression)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73C0"/>
          </a:solidFill>
          <a:ln>
            <a:solidFill>
              <a:srgbClr val="347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CONCLUSIONS ET RECOMMANDATIONS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APPROCHE RECOMMANDEE: Random Forest seul (sans PCA/SMOTE)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RAISON: Meilleure ROC-AUC (0.7711), plus simple et rapide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A EVITER: t-SNE, reductions dimensionnelles excessives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Le dataset original contient deja l'information necessaire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9345F"/>
                </a:solidFill>
              </a:defRPr>
            </a:pPr>
            <a:r>
              <a:t>Performance suffisante pour deploiement en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