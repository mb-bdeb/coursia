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Corbel"/>
      <p:regular r:id="rId23"/>
      <p:bold r:id="rId24"/>
      <p:italic r:id="rId25"/>
      <p:boldItalic r:id="rId26"/>
    </p:embeddedFon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zmlXdqValkLwy6luo4DKqJkgc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rbel-bold.fntdata"/><Relationship Id="rId23" Type="http://schemas.openxmlformats.org/officeDocument/2006/relationships/font" Target="fonts/Corbel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boldItalic.fntdata"/><Relationship Id="rId25" Type="http://schemas.openxmlformats.org/officeDocument/2006/relationships/font" Target="fonts/Corbel-italic.fntdata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1" y="6524626"/>
            <a:ext cx="530225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01/08/2022    Apprentissage supervisé 420-A52-BB</a:t>
            </a:r>
            <a:r>
              <a:rPr b="1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</a:t>
            </a:r>
            <a:r>
              <a:rPr b="1" i="0" lang="en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Régression Linéaire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en-CA"/>
              <a:t>Une 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leçon, on passe en revue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Besoin pour la prédiction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Modèle linéaire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Régression linéaire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Estimateurs de paramètres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Régression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Méthode d'investigation des relations fonctionnelles entre des variables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On dispose de variables indépendantes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On cherche à estimer la valeur de la variable dépendante sachant les variables indépendantes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On cherche donc le modèle qui est dans notre cas l'équation qui régit la relation entre ces deux variables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Régression: utilisée lorsque  la variable est continue et il y’a une ont une certaine corrélation entre X et 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Critère(s): Goodness of fit qui explique la qualité du modèle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Modèle linéaire</a:t>
            </a:r>
            <a:endParaRPr/>
          </a:p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0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Modèle avec bruit</a:t>
            </a:r>
            <a:endParaRPr/>
          </a:p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619" t="-10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Construction du modèle</a:t>
            </a:r>
            <a:endParaRPr/>
          </a:p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C'est le processus de concevoir une ligne qui va passer à travers les points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Processus: faire passer une ligne (fitting a line)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 u="sng"/>
              <a:t>Approche</a:t>
            </a:r>
            <a:r>
              <a:rPr lang="en-CA"/>
              <a:t>: Sachant les points donnant Y par rapport à X, trouver la ligne qui passe à travers les points de telle façon que la somme des carrés des distances verticales entre les points et la ligne est minimisée</a:t>
            </a:r>
            <a:endParaRPr/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072" y="4149080"/>
            <a:ext cx="3816424" cy="2242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Comment estimer les paramètres</a:t>
            </a:r>
            <a:endParaRPr/>
          </a:p>
        </p:txBody>
      </p: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240" t="-10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 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3704221" y="2348880"/>
            <a:ext cx="1831975" cy="3843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872" l="0" r="-9998" t="-63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3639684" y="3853186"/>
            <a:ext cx="150515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196" l="0" r="-12550" t="-49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3712853" y="4891299"/>
            <a:ext cx="2694264" cy="37317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192" l="-1809" r="0" t="-64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2096762" y="5644495"/>
            <a:ext cx="6096156" cy="48167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0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Solutions</a:t>
            </a:r>
            <a:endParaRPr/>
          </a:p>
        </p:txBody>
      </p:sp>
      <p:sp>
        <p:nvSpPr>
          <p:cNvPr id="75" name="Google Shape;75;p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78" r="0" t="-5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Fit de ligne</a:t>
            </a:r>
            <a:endParaRPr/>
          </a:p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152400" y="908721"/>
            <a:ext cx="5427712" cy="2520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Meilleur modèle ou meilleure ligne: celle qui donne la plus petite valeur des sommes de carrées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Minimum residuels</a:t>
            </a:r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836712"/>
            <a:ext cx="3766492" cy="257456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 txBox="1"/>
          <p:nvPr/>
        </p:nvSpPr>
        <p:spPr>
          <a:xfrm>
            <a:off x="152400" y="3684164"/>
            <a:ext cx="8596064" cy="2841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0" i="0" lang="en-CA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Résultat: l'équation de la ligne trouvée devient le prédicteur de Y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0" i="0" lang="en-CA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Faire attention: une ligne peut toujours etre trouvée pour n'importe quel ensemble de points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CA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Mais est est ce que c'est un bon prédicteur ?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Goodness of fit</a:t>
            </a:r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Mesure R-squared: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mesure la qualité du modèle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Donne l'écart entre les points et la ligne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Varie entre 0 et 1: plus c'est proche de 1 et plus le modèle est bon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Il faut trouver R-squared pour notre prédicteur: c'est le critère de choix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La corrélation entre les variables indépendantes X et dépendante Y fait que R-squared s'approche de 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Régression multiple</a:t>
            </a:r>
            <a:endParaRPr/>
          </a:p>
        </p:txBody>
      </p:sp>
      <p:sp>
        <p:nvSpPr>
          <p:cNvPr id="95" name="Google Shape;95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Il y'a plus d'une variable indépendante utilisée pour prédire la variable dépendante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Processus est le même que dans le cas d'une seule variable: trouver la distance minimum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Important: Étant donné que l'on a plusieurs variables, celles-ci ont différents impacts sur 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Les coefficients β1, β2 ,…,βn auront des valeurs selon l'impact de la variable</a:t>
            </a:r>
            <a:endParaRPr/>
          </a:p>
        </p:txBody>
      </p:sp>
      <p:pic>
        <p:nvPicPr>
          <p:cNvPr id="96" name="Google Shape;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728" y="2132856"/>
            <a:ext cx="4729104" cy="7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Utilisation RL en machine learning</a:t>
            </a:r>
            <a:endParaRPr/>
          </a:p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C'est une approche d'apprentissage supervisé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Prédiction de données continues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Les prédicteurs (X) et la sortie (Y) sont fournies comme input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Les données sont analysées (training) pour trouver l'équation liant Y aux X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en-CA"/>
              <a:t>Coefficients a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en-CA"/>
              <a:t>Intercept b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en-CA"/>
              <a:t>Distance R-squared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Processus</a:t>
            </a:r>
            <a:endParaRPr/>
          </a:p>
        </p:txBody>
      </p:sp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152400" y="4869161"/>
            <a:ext cx="8839200" cy="1257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Données d'apprentissage: Training dataset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Extraction de prédicteurs: Les colonnes d'intérêt sont sélectionnées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None/>
            </a:pPr>
            <a:r>
              <a:t/>
            </a:r>
            <a:endParaRPr sz="2000"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0768"/>
            <a:ext cx="89916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Avantages RL</a:t>
            </a:r>
            <a:endParaRPr/>
          </a:p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Fonctionne bien pour des relations linéaires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Adapté pour les variables continues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Rapide en termes d'implémentation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Inconvénients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Ne fonctionne que pour des variables numériques / continues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Ne prend pas en compte des relations non linéaires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Sensible au bruit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Questions à se poser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Comment choisir les prédicteurs à inclure dans le modèle 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Comment choisir le modèle ? est ce qu'il y'a un meilleur modèle que RL 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Comment optimiser ce modèle pour avoir une bonne performance 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Comment être sûr que le modèle que l'on est en train de développer va se généraliser pour des données futures?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Est-ce qu'il y'a un moyen d'estimer comment mon modèle va performer sur des données futures?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leçon, on a passé en revue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Besoin pour la prédiction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Modèle linéaire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Régression linéaire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Estimateurs de paramètres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2016-05-09T10:10:53Z</dcterms:created>
  <dc:creator>hafv72012</dc:creator>
</cp:coreProperties>
</file>