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 id="2147483686" r:id="rId2"/>
  </p:sldMasterIdLst>
  <p:notesMasterIdLst>
    <p:notesMasterId r:id="rId4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Lst>
  <p:sldSz cx="9144000" cy="5143500" type="screen16x9"/>
  <p:notesSz cx="6858000" cy="9144000"/>
  <p:embeddedFontLst>
    <p:embeddedFont>
      <p:font typeface="Barlow" panose="00000500000000000000" pitchFamily="2" charset="0"/>
      <p:regular r:id="rId43"/>
      <p:bold r:id="rId44"/>
      <p:italic r:id="rId45"/>
      <p:boldItalic r:id="rId46"/>
    </p:embeddedFont>
    <p:embeddedFont>
      <p:font typeface="Didact Gothic" panose="00000500000000000000" pitchFamily="2" charset="0"/>
      <p:regular r:id="rId47"/>
    </p:embeddedFont>
    <p:embeddedFont>
      <p:font typeface="Fira Sans Extra Condensed Medium" panose="020B0604020202020204" charset="0"/>
      <p:regular r:id="rId48"/>
      <p:bold r:id="rId49"/>
      <p:italic r:id="rId50"/>
      <p:boldItalic r:id="rId51"/>
    </p:embeddedFont>
    <p:embeddedFont>
      <p:font typeface="Montserrat" panose="00000500000000000000" pitchFamily="2" charset="0"/>
      <p:regular r:id="rId52"/>
      <p:bold r:id="rId53"/>
      <p:italic r:id="rId54"/>
      <p:boldItalic r:id="rId55"/>
    </p:embeddedFont>
    <p:embeddedFont>
      <p:font typeface="Montserrat SemiBold" panose="00000700000000000000"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0"/>
  </p:normalViewPr>
  <p:slideViewPr>
    <p:cSldViewPr snapToGrid="0">
      <p:cViewPr varScale="1">
        <p:scale>
          <a:sx n="138" d="100"/>
          <a:sy n="138" d="100"/>
        </p:scale>
        <p:origin x="105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openxmlformats.org/officeDocument/2006/relationships/font" Target="fonts/font1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2.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33f52d87d_2_19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433f52d87d_2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433f52d87d_2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433f52d87d_2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433f52d87d_2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433f52d87d_2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433f52d87d_2_2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433f52d87d_2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433f52d87d_2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433f52d87d_2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433f52d87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433f52d87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433f52d87d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433f52d87d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433f52d87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3433f52d87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433f52d87d_2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433f52d87d_2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433f52d87d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433f52d87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433f52d87d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433f52d87d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433f52d87d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433f52d87d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433f52d87d_2_2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433f52d87d_2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433f52d87d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433f52d87d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433f52d87d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433f52d87d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433f52d87d_2_3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433f52d87d_2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433f52d87d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433f52d87d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433f52d87d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3433f52d87d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433f52d87d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433f52d87d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433f52d87d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433f52d87d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433f52d87d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433f52d87d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433f52d87d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433f52d87d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33f52d87d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33f52d87d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433f52d87d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433f52d87d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433f52d87d_0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433f52d87d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435faa576d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3435faa576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433f52d87d_2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433f52d87d_2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433f52d87d_2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433f52d87d_2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435faa576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435faa576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435faa57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3435faa57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435faa576d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435faa576d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435faa576d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435faa576d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4364096537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34364096537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4364096537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34364096537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4364096537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34364096537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4364096537_1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4364096537_1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34364096537_1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34364096537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34364096537_1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34364096537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435faa576d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435faa576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1643858" y="1172225"/>
            <a:ext cx="6770700" cy="2052600"/>
          </a:xfrm>
          <a:prstGeom prst="rect">
            <a:avLst/>
          </a:prstGeom>
        </p:spPr>
        <p:txBody>
          <a:bodyPr spcFirstLastPara="1" wrap="square" lIns="91425" tIns="91425" rIns="91425" bIns="91425" anchor="b" anchorCtr="0">
            <a:noAutofit/>
          </a:bodyPr>
          <a:lstStyle>
            <a:lvl1pPr lvl="0" algn="r">
              <a:spcBef>
                <a:spcPts val="0"/>
              </a:spcBef>
              <a:spcAft>
                <a:spcPts val="0"/>
              </a:spcAft>
              <a:buSzPts val="5200"/>
              <a:buNone/>
              <a:defRPr sz="5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1643852" y="3261775"/>
            <a:ext cx="6770700" cy="557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600">
                <a:solidFill>
                  <a:schemeClr val="accent2"/>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p:nvPr/>
        </p:nvSpPr>
        <p:spPr>
          <a:xfrm>
            <a:off x="0"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968425" y="2227050"/>
            <a:ext cx="44625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4700">
                <a:solidFill>
                  <a:schemeClr val="accen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ubTitle" idx="1"/>
          </p:nvPr>
        </p:nvSpPr>
        <p:spPr>
          <a:xfrm>
            <a:off x="3968275" y="3045375"/>
            <a:ext cx="4462500" cy="6780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4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61" name="Google Shape;61;p15"/>
          <p:cNvSpPr txBox="1">
            <a:spLocks noGrp="1"/>
          </p:cNvSpPr>
          <p:nvPr>
            <p:ph type="title" idx="2" hasCustomPrompt="1"/>
          </p:nvPr>
        </p:nvSpPr>
        <p:spPr>
          <a:xfrm>
            <a:off x="3968350" y="1262325"/>
            <a:ext cx="4462500" cy="1141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7200"/>
              <a:buNone/>
              <a:defRPr sz="7200">
                <a:solidFill>
                  <a:schemeClr val="dk2"/>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r>
              <a:t>xx%</a:t>
            </a:r>
          </a:p>
        </p:txBody>
      </p:sp>
      <p:sp>
        <p:nvSpPr>
          <p:cNvPr id="62" name="Google Shape;62;p15"/>
          <p:cNvSpPr/>
          <p:nvPr/>
        </p:nvSpPr>
        <p:spPr>
          <a:xfrm rot="10800000" flipH="1">
            <a:off x="1441925" y="25716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rot="10800000" flipH="1">
            <a:off x="2658125" y="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5"/>
        <p:cNvGrpSpPr/>
        <p:nvPr/>
      </p:nvGrpSpPr>
      <p:grpSpPr>
        <a:xfrm>
          <a:off x="0" y="0"/>
          <a:ext cx="0" cy="0"/>
          <a:chOff x="0" y="0"/>
          <a:chExt cx="0" cy="0"/>
        </a:xfrm>
      </p:grpSpPr>
      <p:sp>
        <p:nvSpPr>
          <p:cNvPr id="66" name="Google Shape;66;p16"/>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Barlow"/>
              <a:buChar char="●"/>
              <a:defRPr sz="1200"/>
            </a:lvl1pPr>
            <a:lvl2pPr marL="914400" lvl="1" indent="-317500">
              <a:spcBef>
                <a:spcPts val="1600"/>
              </a:spcBef>
              <a:spcAft>
                <a:spcPts val="0"/>
              </a:spcAft>
              <a:buSzPts val="1400"/>
              <a:buFont typeface="Barlow"/>
              <a:buChar char="○"/>
              <a:defRPr sz="1200"/>
            </a:lvl2pPr>
            <a:lvl3pPr marL="1371600" lvl="2" indent="-317500">
              <a:spcBef>
                <a:spcPts val="1600"/>
              </a:spcBef>
              <a:spcAft>
                <a:spcPts val="0"/>
              </a:spcAft>
              <a:buClr>
                <a:schemeClr val="lt1"/>
              </a:buClr>
              <a:buSzPts val="1400"/>
              <a:buFont typeface="Barlow"/>
              <a:buChar char="■"/>
              <a:defRPr/>
            </a:lvl3pPr>
            <a:lvl4pPr marL="1828800" lvl="3" indent="-317500">
              <a:spcBef>
                <a:spcPts val="1600"/>
              </a:spcBef>
              <a:spcAft>
                <a:spcPts val="0"/>
              </a:spcAft>
              <a:buClr>
                <a:schemeClr val="lt1"/>
              </a:buClr>
              <a:buSzPts val="1400"/>
              <a:buFont typeface="Barlow"/>
              <a:buChar char="●"/>
              <a:defRPr/>
            </a:lvl4pPr>
            <a:lvl5pPr marL="2286000" lvl="4" indent="-317500">
              <a:spcBef>
                <a:spcPts val="1600"/>
              </a:spcBef>
              <a:spcAft>
                <a:spcPts val="0"/>
              </a:spcAft>
              <a:buClr>
                <a:schemeClr val="lt1"/>
              </a:buClr>
              <a:buSzPts val="1400"/>
              <a:buFont typeface="Barlow"/>
              <a:buChar char="○"/>
              <a:defRPr/>
            </a:lvl5pPr>
            <a:lvl6pPr marL="2743200" lvl="5" indent="-317500">
              <a:spcBef>
                <a:spcPts val="1600"/>
              </a:spcBef>
              <a:spcAft>
                <a:spcPts val="0"/>
              </a:spcAft>
              <a:buClr>
                <a:schemeClr val="lt1"/>
              </a:buClr>
              <a:buSzPts val="1400"/>
              <a:buFont typeface="Barlow"/>
              <a:buChar char="■"/>
              <a:defRPr/>
            </a:lvl6pPr>
            <a:lvl7pPr marL="3200400" lvl="6" indent="-317500">
              <a:spcBef>
                <a:spcPts val="1600"/>
              </a:spcBef>
              <a:spcAft>
                <a:spcPts val="0"/>
              </a:spcAft>
              <a:buClr>
                <a:schemeClr val="lt1"/>
              </a:buClr>
              <a:buSzPts val="1400"/>
              <a:buFont typeface="Barlow"/>
              <a:buChar char="●"/>
              <a:defRPr/>
            </a:lvl7pPr>
            <a:lvl8pPr marL="3657600" lvl="7" indent="-317500">
              <a:spcBef>
                <a:spcPts val="1600"/>
              </a:spcBef>
              <a:spcAft>
                <a:spcPts val="0"/>
              </a:spcAft>
              <a:buClr>
                <a:schemeClr val="lt1"/>
              </a:buClr>
              <a:buSzPts val="1400"/>
              <a:buFont typeface="Barlow"/>
              <a:buChar char="○"/>
              <a:defRPr/>
            </a:lvl8pPr>
            <a:lvl9pPr marL="4114800" lvl="8" indent="-317500">
              <a:spcBef>
                <a:spcPts val="1600"/>
              </a:spcBef>
              <a:spcAft>
                <a:spcPts val="1600"/>
              </a:spcAft>
              <a:buClr>
                <a:schemeClr val="lt1"/>
              </a:buClr>
              <a:buSzPts val="1400"/>
              <a:buFont typeface="Barlow"/>
              <a:buChar char="■"/>
              <a:defRPr/>
            </a:lvl9pPr>
          </a:lstStyle>
          <a:p>
            <a:endParaRPr/>
          </a:p>
        </p:txBody>
      </p:sp>
      <p:sp>
        <p:nvSpPr>
          <p:cNvPr id="67" name="Google Shape;67;p16"/>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 name="Google Shape;68;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1" name="Google Shape;71;p17"/>
          <p:cNvSpPr txBox="1">
            <a:spLocks noGrp="1"/>
          </p:cNvSpPr>
          <p:nvPr>
            <p:ph type="body" idx="1"/>
          </p:nvPr>
        </p:nvSpPr>
        <p:spPr>
          <a:xfrm>
            <a:off x="713225" y="2371675"/>
            <a:ext cx="2987100" cy="1279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000043"/>
              </a:buClr>
              <a:buSzPts val="1400"/>
              <a:buFont typeface="Quicksand Medium"/>
              <a:buChar char=""/>
              <a:defRPr sz="1400">
                <a:solidFill>
                  <a:schemeClr val="dk1"/>
                </a:solidFill>
              </a:defRPr>
            </a:lvl1pPr>
            <a:lvl2pPr marL="914400" lvl="1" indent="-317500">
              <a:spcBef>
                <a:spcPts val="0"/>
              </a:spcBef>
              <a:spcAft>
                <a:spcPts val="0"/>
              </a:spcAft>
              <a:buClr>
                <a:srgbClr val="000043"/>
              </a:buClr>
              <a:buSzPts val="1400"/>
              <a:buFont typeface="Quicksand Medium"/>
              <a:buChar char="●"/>
              <a:defRPr sz="1200"/>
            </a:lvl2pPr>
            <a:lvl3pPr marL="1371600" lvl="2" indent="-317500">
              <a:spcBef>
                <a:spcPts val="1600"/>
              </a:spcBef>
              <a:spcAft>
                <a:spcPts val="0"/>
              </a:spcAft>
              <a:buClr>
                <a:srgbClr val="000043"/>
              </a:buClr>
              <a:buSzPts val="1400"/>
              <a:buFont typeface="Quicksand Medium"/>
              <a:buChar char="■"/>
              <a:defRPr sz="1200"/>
            </a:lvl3pPr>
            <a:lvl4pPr marL="1828800" lvl="3" indent="-317500">
              <a:spcBef>
                <a:spcPts val="1600"/>
              </a:spcBef>
              <a:spcAft>
                <a:spcPts val="0"/>
              </a:spcAft>
              <a:buClr>
                <a:srgbClr val="000043"/>
              </a:buClr>
              <a:buSzPts val="1400"/>
              <a:buFont typeface="Quicksand Medium"/>
              <a:buChar char="●"/>
              <a:defRPr sz="1200"/>
            </a:lvl4pPr>
            <a:lvl5pPr marL="2286000" lvl="4" indent="-317500">
              <a:spcBef>
                <a:spcPts val="1600"/>
              </a:spcBef>
              <a:spcAft>
                <a:spcPts val="0"/>
              </a:spcAft>
              <a:buClr>
                <a:srgbClr val="000043"/>
              </a:buClr>
              <a:buSzPts val="1400"/>
              <a:buFont typeface="Quicksand Medium"/>
              <a:buChar char="○"/>
              <a:defRPr sz="1200"/>
            </a:lvl5pPr>
            <a:lvl6pPr marL="2743200" lvl="5" indent="-317500">
              <a:spcBef>
                <a:spcPts val="1600"/>
              </a:spcBef>
              <a:spcAft>
                <a:spcPts val="0"/>
              </a:spcAft>
              <a:buClr>
                <a:srgbClr val="000043"/>
              </a:buClr>
              <a:buSzPts val="1400"/>
              <a:buFont typeface="Quicksand Medium"/>
              <a:buChar char="■"/>
              <a:defRPr sz="1200"/>
            </a:lvl6pPr>
            <a:lvl7pPr marL="3200400" lvl="6" indent="-317500">
              <a:spcBef>
                <a:spcPts val="1600"/>
              </a:spcBef>
              <a:spcAft>
                <a:spcPts val="0"/>
              </a:spcAft>
              <a:buClr>
                <a:srgbClr val="000043"/>
              </a:buClr>
              <a:buSzPts val="1400"/>
              <a:buFont typeface="Quicksand Medium"/>
              <a:buChar char="●"/>
              <a:defRPr sz="1200"/>
            </a:lvl7pPr>
            <a:lvl8pPr marL="3657600" lvl="7" indent="-317500">
              <a:spcBef>
                <a:spcPts val="1600"/>
              </a:spcBef>
              <a:spcAft>
                <a:spcPts val="0"/>
              </a:spcAft>
              <a:buClr>
                <a:srgbClr val="000043"/>
              </a:buClr>
              <a:buSzPts val="1400"/>
              <a:buFont typeface="Quicksand Medium"/>
              <a:buChar char="○"/>
              <a:defRPr sz="1200"/>
            </a:lvl8pPr>
            <a:lvl9pPr marL="4114800" lvl="8" indent="-317500">
              <a:spcBef>
                <a:spcPts val="1600"/>
              </a:spcBef>
              <a:spcAft>
                <a:spcPts val="1600"/>
              </a:spcAft>
              <a:buClr>
                <a:srgbClr val="000043"/>
              </a:buClr>
              <a:buSzPts val="1400"/>
              <a:buFont typeface="Quicksand Medium"/>
              <a:buChar char="■"/>
              <a:defRPr sz="1200"/>
            </a:lvl9pPr>
          </a:lstStyle>
          <a:p>
            <a:endParaRPr/>
          </a:p>
        </p:txBody>
      </p:sp>
      <p:sp>
        <p:nvSpPr>
          <p:cNvPr id="72" name="Google Shape;72;p17"/>
          <p:cNvSpPr txBox="1">
            <a:spLocks noGrp="1"/>
          </p:cNvSpPr>
          <p:nvPr>
            <p:ph type="body" idx="2"/>
          </p:nvPr>
        </p:nvSpPr>
        <p:spPr>
          <a:xfrm>
            <a:off x="3962400" y="2371675"/>
            <a:ext cx="2987100" cy="1279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000043"/>
              </a:buClr>
              <a:buSzPts val="1400"/>
              <a:buFont typeface="Quicksand Medium"/>
              <a:buChar char=""/>
              <a:defRPr sz="1400">
                <a:solidFill>
                  <a:schemeClr val="dk1"/>
                </a:solidFill>
              </a:defRPr>
            </a:lvl1pPr>
            <a:lvl2pPr marL="914400" lvl="1" indent="-317500">
              <a:spcBef>
                <a:spcPts val="0"/>
              </a:spcBef>
              <a:spcAft>
                <a:spcPts val="0"/>
              </a:spcAft>
              <a:buClr>
                <a:srgbClr val="000043"/>
              </a:buClr>
              <a:buSzPts val="1400"/>
              <a:buFont typeface="Quicksand Medium"/>
              <a:buChar char="●"/>
              <a:defRPr sz="1200"/>
            </a:lvl2pPr>
            <a:lvl3pPr marL="1371600" lvl="2" indent="-317500">
              <a:spcBef>
                <a:spcPts val="1600"/>
              </a:spcBef>
              <a:spcAft>
                <a:spcPts val="0"/>
              </a:spcAft>
              <a:buClr>
                <a:srgbClr val="000043"/>
              </a:buClr>
              <a:buSzPts val="1400"/>
              <a:buFont typeface="Quicksand Medium"/>
              <a:buChar char="■"/>
              <a:defRPr sz="1200"/>
            </a:lvl3pPr>
            <a:lvl4pPr marL="1828800" lvl="3" indent="-317500">
              <a:spcBef>
                <a:spcPts val="1600"/>
              </a:spcBef>
              <a:spcAft>
                <a:spcPts val="0"/>
              </a:spcAft>
              <a:buClr>
                <a:srgbClr val="000043"/>
              </a:buClr>
              <a:buSzPts val="1400"/>
              <a:buFont typeface="Quicksand Medium"/>
              <a:buChar char="●"/>
              <a:defRPr sz="1200"/>
            </a:lvl4pPr>
            <a:lvl5pPr marL="2286000" lvl="4" indent="-317500">
              <a:spcBef>
                <a:spcPts val="1600"/>
              </a:spcBef>
              <a:spcAft>
                <a:spcPts val="0"/>
              </a:spcAft>
              <a:buClr>
                <a:srgbClr val="000043"/>
              </a:buClr>
              <a:buSzPts val="1400"/>
              <a:buFont typeface="Quicksand Medium"/>
              <a:buChar char="○"/>
              <a:defRPr sz="1200"/>
            </a:lvl5pPr>
            <a:lvl6pPr marL="2743200" lvl="5" indent="-317500">
              <a:spcBef>
                <a:spcPts val="1600"/>
              </a:spcBef>
              <a:spcAft>
                <a:spcPts val="0"/>
              </a:spcAft>
              <a:buClr>
                <a:srgbClr val="000043"/>
              </a:buClr>
              <a:buSzPts val="1400"/>
              <a:buFont typeface="Quicksand Medium"/>
              <a:buChar char="■"/>
              <a:defRPr sz="1200"/>
            </a:lvl6pPr>
            <a:lvl7pPr marL="3200400" lvl="6" indent="-317500">
              <a:spcBef>
                <a:spcPts val="1600"/>
              </a:spcBef>
              <a:spcAft>
                <a:spcPts val="0"/>
              </a:spcAft>
              <a:buClr>
                <a:srgbClr val="000043"/>
              </a:buClr>
              <a:buSzPts val="1400"/>
              <a:buFont typeface="Quicksand Medium"/>
              <a:buChar char="●"/>
              <a:defRPr sz="1200"/>
            </a:lvl7pPr>
            <a:lvl8pPr marL="3657600" lvl="7" indent="-317500">
              <a:spcBef>
                <a:spcPts val="1600"/>
              </a:spcBef>
              <a:spcAft>
                <a:spcPts val="0"/>
              </a:spcAft>
              <a:buClr>
                <a:srgbClr val="000043"/>
              </a:buClr>
              <a:buSzPts val="1400"/>
              <a:buFont typeface="Quicksand Medium"/>
              <a:buChar char="○"/>
              <a:defRPr sz="1200"/>
            </a:lvl8pPr>
            <a:lvl9pPr marL="4114800" lvl="8" indent="-317500">
              <a:spcBef>
                <a:spcPts val="1600"/>
              </a:spcBef>
              <a:spcAft>
                <a:spcPts val="1600"/>
              </a:spcAft>
              <a:buClr>
                <a:srgbClr val="000043"/>
              </a:buClr>
              <a:buSzPts val="1400"/>
              <a:buFont typeface="Quicksand Medium"/>
              <a:buChar char="■"/>
              <a:defRPr sz="1200"/>
            </a:lvl9pPr>
          </a:lstStyle>
          <a:p>
            <a:endParaRPr/>
          </a:p>
        </p:txBody>
      </p:sp>
      <p:sp>
        <p:nvSpPr>
          <p:cNvPr id="73" name="Google Shape;73;p17"/>
          <p:cNvSpPr txBox="1">
            <a:spLocks noGrp="1"/>
          </p:cNvSpPr>
          <p:nvPr>
            <p:ph type="subTitle" idx="3"/>
          </p:nvPr>
        </p:nvSpPr>
        <p:spPr>
          <a:xfrm>
            <a:off x="713225" y="1925800"/>
            <a:ext cx="2987100" cy="470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800"/>
              <a:buNone/>
              <a:defRPr b="1">
                <a:solidFill>
                  <a:schemeClr val="accent1"/>
                </a:solidFill>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74" name="Google Shape;74;p17"/>
          <p:cNvSpPr txBox="1">
            <a:spLocks noGrp="1"/>
          </p:cNvSpPr>
          <p:nvPr>
            <p:ph type="subTitle" idx="4"/>
          </p:nvPr>
        </p:nvSpPr>
        <p:spPr>
          <a:xfrm>
            <a:off x="3962400" y="1925800"/>
            <a:ext cx="2987100" cy="470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800"/>
              <a:buNone/>
              <a:defRPr b="1">
                <a:solidFill>
                  <a:schemeClr val="accent1"/>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75" name="Google Shape;75;p17"/>
          <p:cNvSpPr/>
          <p:nvPr/>
        </p:nvSpPr>
        <p:spPr>
          <a:xfrm>
            <a:off x="7520700" y="20511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7"/>
          <p:cNvSpPr/>
          <p:nvPr/>
        </p:nvSpPr>
        <p:spPr>
          <a:xfrm>
            <a:off x="6304500" y="0"/>
            <a:ext cx="1216200" cy="2051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717800" y="383175"/>
            <a:ext cx="7708200" cy="647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80" name="Google Shape;80;p18"/>
          <p:cNvSpPr/>
          <p:nvPr/>
        </p:nvSpPr>
        <p:spPr>
          <a:xfrm rot="5400000">
            <a:off x="6703350" y="270292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2"/>
        <p:cNvGrpSpPr/>
        <p:nvPr/>
      </p:nvGrpSpPr>
      <p:grpSpPr>
        <a:xfrm>
          <a:off x="0" y="0"/>
          <a:ext cx="0" cy="0"/>
          <a:chOff x="0" y="0"/>
          <a:chExt cx="0" cy="0"/>
        </a:xfrm>
      </p:grpSpPr>
      <p:sp>
        <p:nvSpPr>
          <p:cNvPr id="83" name="Google Shape;83;p19"/>
          <p:cNvSpPr txBox="1">
            <a:spLocks noGrp="1"/>
          </p:cNvSpPr>
          <p:nvPr>
            <p:ph type="title"/>
          </p:nvPr>
        </p:nvSpPr>
        <p:spPr>
          <a:xfrm>
            <a:off x="1156525" y="1340400"/>
            <a:ext cx="42321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solidFill>
                  <a:schemeClr val="accen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4" name="Google Shape;84;p19"/>
          <p:cNvSpPr txBox="1">
            <a:spLocks noGrp="1"/>
          </p:cNvSpPr>
          <p:nvPr>
            <p:ph type="body" idx="1"/>
          </p:nvPr>
        </p:nvSpPr>
        <p:spPr>
          <a:xfrm>
            <a:off x="1156525" y="2096100"/>
            <a:ext cx="4232100" cy="2011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400">
                <a:solidFill>
                  <a:schemeClr val="accent2"/>
                </a:solidFill>
              </a:defRPr>
            </a:lvl1pPr>
            <a:lvl2pPr marL="914400" lvl="1" indent="-304800">
              <a:spcBef>
                <a:spcPts val="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85" name="Google Shape;85;p19"/>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9"/>
          <p:cNvSpPr/>
          <p:nvPr/>
        </p:nvSpPr>
        <p:spPr>
          <a:xfrm>
            <a:off x="7951325" y="257175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8"/>
        <p:cNvGrpSpPr/>
        <p:nvPr/>
      </p:nvGrpSpPr>
      <p:grpSpPr>
        <a:xfrm>
          <a:off x="0" y="0"/>
          <a:ext cx="0" cy="0"/>
          <a:chOff x="0" y="0"/>
          <a:chExt cx="0" cy="0"/>
        </a:xfrm>
      </p:grpSpPr>
      <p:sp>
        <p:nvSpPr>
          <p:cNvPr id="89" name="Google Shape;89;p20"/>
          <p:cNvSpPr txBox="1">
            <a:spLocks noGrp="1"/>
          </p:cNvSpPr>
          <p:nvPr>
            <p:ph type="title"/>
          </p:nvPr>
        </p:nvSpPr>
        <p:spPr>
          <a:xfrm>
            <a:off x="713225" y="1170000"/>
            <a:ext cx="5533200" cy="28035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7400">
                <a:solidFill>
                  <a:schemeClr val="accen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0" name="Google Shape;9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solidFill>
                <a:schemeClr val="dk1"/>
              </a:solidFill>
            </a:endParaRPr>
          </a:p>
        </p:txBody>
      </p:sp>
      <p:sp>
        <p:nvSpPr>
          <p:cNvPr id="91" name="Google Shape;91;p20"/>
          <p:cNvSpPr/>
          <p:nvPr/>
        </p:nvSpPr>
        <p:spPr>
          <a:xfrm>
            <a:off x="6732125"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0"/>
          <p:cNvSpPr/>
          <p:nvPr/>
        </p:nvSpPr>
        <p:spPr>
          <a:xfrm>
            <a:off x="7951325" y="2571750"/>
            <a:ext cx="1216200" cy="134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713375" y="2227050"/>
            <a:ext cx="44625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700">
                <a:solidFill>
                  <a:schemeClr val="accent1"/>
                </a:solidFill>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5" name="Google Shape;95;p21"/>
          <p:cNvSpPr txBox="1">
            <a:spLocks noGrp="1"/>
          </p:cNvSpPr>
          <p:nvPr>
            <p:ph type="subTitle" idx="1"/>
          </p:nvPr>
        </p:nvSpPr>
        <p:spPr>
          <a:xfrm>
            <a:off x="713225" y="3045375"/>
            <a:ext cx="4462500" cy="67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96" name="Google Shape;96;p21"/>
          <p:cNvSpPr txBox="1">
            <a:spLocks noGrp="1"/>
          </p:cNvSpPr>
          <p:nvPr>
            <p:ph type="title" idx="2" hasCustomPrompt="1"/>
          </p:nvPr>
        </p:nvSpPr>
        <p:spPr>
          <a:xfrm>
            <a:off x="713300" y="1262325"/>
            <a:ext cx="4462500" cy="1141800"/>
          </a:xfrm>
          <a:prstGeom prst="rect">
            <a:avLst/>
          </a:prstGeom>
        </p:spPr>
        <p:txBody>
          <a:bodyPr spcFirstLastPara="1" wrap="square" lIns="91425" tIns="91425" rIns="91425" bIns="91425" anchor="b" anchorCtr="0">
            <a:noAutofit/>
          </a:bodyPr>
          <a:lstStyle>
            <a:lvl1pPr lvl="0" rtl="0">
              <a:spcBef>
                <a:spcPts val="0"/>
              </a:spcBef>
              <a:spcAft>
                <a:spcPts val="0"/>
              </a:spcAft>
              <a:buSzPts val="7200"/>
              <a:buNone/>
              <a:defRPr sz="7200">
                <a:solidFill>
                  <a:schemeClr val="dk2"/>
                </a:solidFill>
              </a:defRPr>
            </a:lvl1pPr>
            <a:lvl2pPr lvl="1" rtl="0">
              <a:spcBef>
                <a:spcPts val="0"/>
              </a:spcBef>
              <a:spcAft>
                <a:spcPts val="0"/>
              </a:spcAft>
              <a:buSzPts val="7200"/>
              <a:buNone/>
              <a:defRPr sz="7200"/>
            </a:lvl2pPr>
            <a:lvl3pPr lvl="2" rtl="0">
              <a:spcBef>
                <a:spcPts val="0"/>
              </a:spcBef>
              <a:spcAft>
                <a:spcPts val="0"/>
              </a:spcAft>
              <a:buSzPts val="7200"/>
              <a:buNone/>
              <a:defRPr sz="7200"/>
            </a:lvl3pPr>
            <a:lvl4pPr lvl="3" rtl="0">
              <a:spcBef>
                <a:spcPts val="0"/>
              </a:spcBef>
              <a:spcAft>
                <a:spcPts val="0"/>
              </a:spcAft>
              <a:buSzPts val="7200"/>
              <a:buNone/>
              <a:defRPr sz="7200"/>
            </a:lvl4pPr>
            <a:lvl5pPr lvl="4" rtl="0">
              <a:spcBef>
                <a:spcPts val="0"/>
              </a:spcBef>
              <a:spcAft>
                <a:spcPts val="0"/>
              </a:spcAft>
              <a:buSzPts val="7200"/>
              <a:buNone/>
              <a:defRPr sz="7200"/>
            </a:lvl5pPr>
            <a:lvl6pPr lvl="5" rtl="0">
              <a:spcBef>
                <a:spcPts val="0"/>
              </a:spcBef>
              <a:spcAft>
                <a:spcPts val="0"/>
              </a:spcAft>
              <a:buSzPts val="7200"/>
              <a:buNone/>
              <a:defRPr sz="7200"/>
            </a:lvl6pPr>
            <a:lvl7pPr lvl="6" rtl="0">
              <a:spcBef>
                <a:spcPts val="0"/>
              </a:spcBef>
              <a:spcAft>
                <a:spcPts val="0"/>
              </a:spcAft>
              <a:buSzPts val="7200"/>
              <a:buNone/>
              <a:defRPr sz="7200"/>
            </a:lvl7pPr>
            <a:lvl8pPr lvl="7" rtl="0">
              <a:spcBef>
                <a:spcPts val="0"/>
              </a:spcBef>
              <a:spcAft>
                <a:spcPts val="0"/>
              </a:spcAft>
              <a:buSzPts val="7200"/>
              <a:buNone/>
              <a:defRPr sz="7200"/>
            </a:lvl8pPr>
            <a:lvl9pPr lvl="8" rtl="0">
              <a:spcBef>
                <a:spcPts val="0"/>
              </a:spcBef>
              <a:spcAft>
                <a:spcPts val="0"/>
              </a:spcAft>
              <a:buSzPts val="7200"/>
              <a:buNone/>
              <a:defRPr sz="7200"/>
            </a:lvl9pPr>
          </a:lstStyle>
          <a:p>
            <a:r>
              <a:t>xx%</a:t>
            </a:r>
          </a:p>
        </p:txBody>
      </p:sp>
      <p:sp>
        <p:nvSpPr>
          <p:cNvPr id="97" name="Google Shape;97;p21"/>
          <p:cNvSpPr/>
          <p:nvPr/>
        </p:nvSpPr>
        <p:spPr>
          <a:xfrm>
            <a:off x="5270400" y="979500"/>
            <a:ext cx="1216200" cy="1592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1"/>
          <p:cNvSpPr/>
          <p:nvPr/>
        </p:nvSpPr>
        <p:spPr>
          <a:xfrm>
            <a:off x="6486600" y="2571900"/>
            <a:ext cx="12162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0"/>
        <p:cNvGrpSpPr/>
        <p:nvPr/>
      </p:nvGrpSpPr>
      <p:grpSpPr>
        <a:xfrm>
          <a:off x="0" y="0"/>
          <a:ext cx="0" cy="0"/>
          <a:chOff x="0" y="0"/>
          <a:chExt cx="0" cy="0"/>
        </a:xfrm>
      </p:grpSpPr>
      <p:sp>
        <p:nvSpPr>
          <p:cNvPr id="101" name="Google Shape;101;p22"/>
          <p:cNvSpPr txBox="1">
            <a:spLocks noGrp="1"/>
          </p:cNvSpPr>
          <p:nvPr>
            <p:ph type="body" idx="1"/>
          </p:nvPr>
        </p:nvSpPr>
        <p:spPr>
          <a:xfrm>
            <a:off x="713225" y="544075"/>
            <a:ext cx="4458900" cy="1750800"/>
          </a:xfrm>
          <a:prstGeom prst="rect">
            <a:avLst/>
          </a:prstGeom>
          <a:solidFill>
            <a:schemeClr val="dk2"/>
          </a:solidFill>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sz="3800" b="1">
                <a:solidFill>
                  <a:schemeClr val="lt1"/>
                </a:solidFill>
              </a:defRPr>
            </a:lvl1pPr>
          </a:lstStyle>
          <a:p>
            <a:endParaRPr/>
          </a:p>
        </p:txBody>
      </p:sp>
      <p:sp>
        <p:nvSpPr>
          <p:cNvPr id="102" name="Google Shape;102;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3"/>
        <p:cNvGrpSpPr/>
        <p:nvPr/>
      </p:nvGrpSpPr>
      <p:grpSpPr>
        <a:xfrm>
          <a:off x="0" y="0"/>
          <a:ext cx="0" cy="0"/>
          <a:chOff x="0" y="0"/>
          <a:chExt cx="0" cy="0"/>
        </a:xfrm>
      </p:grpSpPr>
      <p:sp>
        <p:nvSpPr>
          <p:cNvPr id="104" name="Google Shape;104;p23"/>
          <p:cNvSpPr txBox="1">
            <a:spLocks noGrp="1"/>
          </p:cNvSpPr>
          <p:nvPr>
            <p:ph type="title" hasCustomPrompt="1"/>
          </p:nvPr>
        </p:nvSpPr>
        <p:spPr>
          <a:xfrm>
            <a:off x="713225" y="1412150"/>
            <a:ext cx="7717500" cy="1657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92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5" name="Google Shape;105;p23"/>
          <p:cNvSpPr txBox="1">
            <a:spLocks noGrp="1"/>
          </p:cNvSpPr>
          <p:nvPr>
            <p:ph type="body" idx="1"/>
          </p:nvPr>
        </p:nvSpPr>
        <p:spPr>
          <a:xfrm>
            <a:off x="713400" y="3069625"/>
            <a:ext cx="7717500" cy="661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sz="1400">
                <a:solidFill>
                  <a:schemeClr val="dk1"/>
                </a:solidFill>
              </a:defRPr>
            </a:lvl1pPr>
            <a:lvl2pPr marL="914400" lvl="1" indent="-317500" algn="ctr">
              <a:spcBef>
                <a:spcPts val="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106" name="Google Shape;106;p23"/>
          <p:cNvSpPr/>
          <p:nvPr/>
        </p:nvSpPr>
        <p:spPr>
          <a:xfrm rot="10800000" flipH="1">
            <a:off x="0" y="257175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3"/>
          <p:cNvSpPr/>
          <p:nvPr/>
        </p:nvSpPr>
        <p:spPr>
          <a:xfrm rot="10800000" flipH="1">
            <a:off x="7927800" y="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9"/>
        <p:cNvGrpSpPr/>
        <p:nvPr/>
      </p:nvGrpSpPr>
      <p:grpSpPr>
        <a:xfrm>
          <a:off x="0" y="0"/>
          <a:ext cx="0" cy="0"/>
          <a:chOff x="0" y="0"/>
          <a:chExt cx="0" cy="0"/>
        </a:xfrm>
      </p:grpSpPr>
      <p:sp>
        <p:nvSpPr>
          <p:cNvPr id="110" name="Google Shape;110;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Quote">
  <p:cSld name="CUSTOM_8">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2683950" y="3273525"/>
            <a:ext cx="57573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None/>
              <a:defRPr sz="1800" b="1">
                <a:solidFill>
                  <a:schemeClr val="accent1"/>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3" name="Google Shape;113;p25"/>
          <p:cNvSpPr txBox="1">
            <a:spLocks noGrp="1"/>
          </p:cNvSpPr>
          <p:nvPr>
            <p:ph type="subTitle" idx="1"/>
          </p:nvPr>
        </p:nvSpPr>
        <p:spPr>
          <a:xfrm flipH="1">
            <a:off x="2684000" y="1247225"/>
            <a:ext cx="5757300" cy="1855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Font typeface="Didact Gothic"/>
              <a:buNone/>
              <a:defRPr sz="2800">
                <a:latin typeface="Montserrat SemiBold"/>
                <a:ea typeface="Montserrat SemiBold"/>
                <a:cs typeface="Montserrat SemiBold"/>
                <a:sym typeface="Montserrat SemiBold"/>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4" name="Google Shape;114;p25"/>
          <p:cNvSpPr/>
          <p:nvPr/>
        </p:nvSpPr>
        <p:spPr>
          <a:xfrm rot="10800000" flipH="1">
            <a:off x="1216200" y="2571750"/>
            <a:ext cx="1216200" cy="257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5"/>
          <p:cNvSpPr/>
          <p:nvPr/>
        </p:nvSpPr>
        <p:spPr>
          <a:xfrm rot="10800000" flipH="1">
            <a:off x="0" y="1061825"/>
            <a:ext cx="1216200" cy="1509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117"/>
        <p:cNvGrpSpPr/>
        <p:nvPr/>
      </p:nvGrpSpPr>
      <p:grpSpPr>
        <a:xfrm>
          <a:off x="0" y="0"/>
          <a:ext cx="0" cy="0"/>
          <a:chOff x="0" y="0"/>
          <a:chExt cx="0" cy="0"/>
        </a:xfrm>
      </p:grpSpPr>
      <p:sp>
        <p:nvSpPr>
          <p:cNvPr id="118" name="Google Shape;118;p26"/>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19" name="Google Shape;119;p26"/>
          <p:cNvSpPr txBox="1">
            <a:spLocks noGrp="1"/>
          </p:cNvSpPr>
          <p:nvPr>
            <p:ph type="ctrTitle" idx="2"/>
          </p:nvPr>
        </p:nvSpPr>
        <p:spPr>
          <a:xfrm>
            <a:off x="2310350" y="1446813"/>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120" name="Google Shape;120;p26"/>
          <p:cNvSpPr txBox="1">
            <a:spLocks noGrp="1"/>
          </p:cNvSpPr>
          <p:nvPr>
            <p:ph type="title" idx="3" hasCustomPrompt="1"/>
          </p:nvPr>
        </p:nvSpPr>
        <p:spPr>
          <a:xfrm>
            <a:off x="717800" y="1521025"/>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121" name="Google Shape;121;p26"/>
          <p:cNvSpPr txBox="1">
            <a:spLocks noGrp="1"/>
          </p:cNvSpPr>
          <p:nvPr>
            <p:ph type="subTitle" idx="1"/>
          </p:nvPr>
        </p:nvSpPr>
        <p:spPr>
          <a:xfrm>
            <a:off x="2310350" y="185887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122" name="Google Shape;122;p26"/>
          <p:cNvSpPr txBox="1">
            <a:spLocks noGrp="1"/>
          </p:cNvSpPr>
          <p:nvPr>
            <p:ph type="ctrTitle" idx="4"/>
          </p:nvPr>
        </p:nvSpPr>
        <p:spPr>
          <a:xfrm>
            <a:off x="6233050" y="1446813"/>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123" name="Google Shape;123;p26"/>
          <p:cNvSpPr txBox="1">
            <a:spLocks noGrp="1"/>
          </p:cNvSpPr>
          <p:nvPr>
            <p:ph type="title" idx="5" hasCustomPrompt="1"/>
          </p:nvPr>
        </p:nvSpPr>
        <p:spPr>
          <a:xfrm>
            <a:off x="4686400" y="1521025"/>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124" name="Google Shape;124;p26"/>
          <p:cNvSpPr txBox="1">
            <a:spLocks noGrp="1"/>
          </p:cNvSpPr>
          <p:nvPr>
            <p:ph type="subTitle" idx="6"/>
          </p:nvPr>
        </p:nvSpPr>
        <p:spPr>
          <a:xfrm>
            <a:off x="6275800" y="1858878"/>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125" name="Google Shape;125;p26"/>
          <p:cNvSpPr txBox="1">
            <a:spLocks noGrp="1"/>
          </p:cNvSpPr>
          <p:nvPr>
            <p:ph type="ctrTitle" idx="7"/>
          </p:nvPr>
        </p:nvSpPr>
        <p:spPr>
          <a:xfrm>
            <a:off x="2310350" y="2868777"/>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126" name="Google Shape;126;p26"/>
          <p:cNvSpPr txBox="1">
            <a:spLocks noGrp="1"/>
          </p:cNvSpPr>
          <p:nvPr>
            <p:ph type="title" idx="8" hasCustomPrompt="1"/>
          </p:nvPr>
        </p:nvSpPr>
        <p:spPr>
          <a:xfrm>
            <a:off x="717800" y="2960450"/>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127" name="Google Shape;127;p26"/>
          <p:cNvSpPr txBox="1">
            <a:spLocks noGrp="1"/>
          </p:cNvSpPr>
          <p:nvPr>
            <p:ph type="subTitle" idx="9"/>
          </p:nvPr>
        </p:nvSpPr>
        <p:spPr>
          <a:xfrm>
            <a:off x="2310350" y="329832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128" name="Google Shape;128;p26"/>
          <p:cNvSpPr txBox="1">
            <a:spLocks noGrp="1"/>
          </p:cNvSpPr>
          <p:nvPr>
            <p:ph type="ctrTitle" idx="13"/>
          </p:nvPr>
        </p:nvSpPr>
        <p:spPr>
          <a:xfrm>
            <a:off x="6275650" y="2868775"/>
            <a:ext cx="2150400" cy="3840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Montserrat"/>
              <a:buNone/>
              <a:defRPr sz="1800">
                <a:solidFill>
                  <a:schemeClr val="accent1"/>
                </a:solidFill>
                <a:latin typeface="Montserrat"/>
                <a:ea typeface="Montserrat"/>
                <a:cs typeface="Montserrat"/>
                <a:sym typeface="Montserrat"/>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0"/>
              </a:spcBef>
              <a:spcAft>
                <a:spcPts val="0"/>
              </a:spcAft>
              <a:buSzPts val="2000"/>
              <a:buFont typeface="Montserrat"/>
              <a:buNone/>
              <a:defRPr sz="2000">
                <a:latin typeface="Montserrat"/>
                <a:ea typeface="Montserrat"/>
                <a:cs typeface="Montserrat"/>
                <a:sym typeface="Montserrat"/>
              </a:defRPr>
            </a:lvl3pPr>
            <a:lvl4pPr lvl="3" rtl="0">
              <a:spcBef>
                <a:spcPts val="0"/>
              </a:spcBef>
              <a:spcAft>
                <a:spcPts val="0"/>
              </a:spcAft>
              <a:buSzPts val="2000"/>
              <a:buFont typeface="Montserrat"/>
              <a:buNone/>
              <a:defRPr sz="2000">
                <a:latin typeface="Montserrat"/>
                <a:ea typeface="Montserrat"/>
                <a:cs typeface="Montserrat"/>
                <a:sym typeface="Montserrat"/>
              </a:defRPr>
            </a:lvl4pPr>
            <a:lvl5pPr lvl="4" rtl="0">
              <a:spcBef>
                <a:spcPts val="0"/>
              </a:spcBef>
              <a:spcAft>
                <a:spcPts val="0"/>
              </a:spcAft>
              <a:buSzPts val="2000"/>
              <a:buFont typeface="Montserrat"/>
              <a:buNone/>
              <a:defRPr sz="2000">
                <a:latin typeface="Montserrat"/>
                <a:ea typeface="Montserrat"/>
                <a:cs typeface="Montserrat"/>
                <a:sym typeface="Montserrat"/>
              </a:defRPr>
            </a:lvl5pPr>
            <a:lvl6pPr lvl="5" rtl="0">
              <a:spcBef>
                <a:spcPts val="0"/>
              </a:spcBef>
              <a:spcAft>
                <a:spcPts val="0"/>
              </a:spcAft>
              <a:buSzPts val="2000"/>
              <a:buFont typeface="Montserrat"/>
              <a:buNone/>
              <a:defRPr sz="2000">
                <a:latin typeface="Montserrat"/>
                <a:ea typeface="Montserrat"/>
                <a:cs typeface="Montserrat"/>
                <a:sym typeface="Montserrat"/>
              </a:defRPr>
            </a:lvl6pPr>
            <a:lvl7pPr lvl="6" rtl="0">
              <a:spcBef>
                <a:spcPts val="0"/>
              </a:spcBef>
              <a:spcAft>
                <a:spcPts val="0"/>
              </a:spcAft>
              <a:buSzPts val="2000"/>
              <a:buFont typeface="Montserrat"/>
              <a:buNone/>
              <a:defRPr sz="2000">
                <a:latin typeface="Montserrat"/>
                <a:ea typeface="Montserrat"/>
                <a:cs typeface="Montserrat"/>
                <a:sym typeface="Montserrat"/>
              </a:defRPr>
            </a:lvl7pPr>
            <a:lvl8pPr lvl="7" rtl="0">
              <a:spcBef>
                <a:spcPts val="0"/>
              </a:spcBef>
              <a:spcAft>
                <a:spcPts val="0"/>
              </a:spcAft>
              <a:buSzPts val="2000"/>
              <a:buFont typeface="Montserrat"/>
              <a:buNone/>
              <a:defRPr sz="2000">
                <a:latin typeface="Montserrat"/>
                <a:ea typeface="Montserrat"/>
                <a:cs typeface="Montserrat"/>
                <a:sym typeface="Montserrat"/>
              </a:defRPr>
            </a:lvl8pPr>
            <a:lvl9pPr lvl="8" rtl="0">
              <a:spcBef>
                <a:spcPts val="0"/>
              </a:spcBef>
              <a:spcAft>
                <a:spcPts val="0"/>
              </a:spcAft>
              <a:buSzPts val="2000"/>
              <a:buFont typeface="Montserrat"/>
              <a:buNone/>
              <a:defRPr sz="2000">
                <a:latin typeface="Montserrat"/>
                <a:ea typeface="Montserrat"/>
                <a:cs typeface="Montserrat"/>
                <a:sym typeface="Montserrat"/>
              </a:defRPr>
            </a:lvl9pPr>
          </a:lstStyle>
          <a:p>
            <a:endParaRPr/>
          </a:p>
        </p:txBody>
      </p:sp>
      <p:sp>
        <p:nvSpPr>
          <p:cNvPr id="129" name="Google Shape;129;p26"/>
          <p:cNvSpPr txBox="1">
            <a:spLocks noGrp="1"/>
          </p:cNvSpPr>
          <p:nvPr>
            <p:ph type="title" idx="14" hasCustomPrompt="1"/>
          </p:nvPr>
        </p:nvSpPr>
        <p:spPr>
          <a:xfrm>
            <a:off x="4686400" y="2960450"/>
            <a:ext cx="1493400" cy="9417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Clr>
                <a:schemeClr val="dk2"/>
              </a:buClr>
              <a:buSzPts val="8000"/>
              <a:buNone/>
              <a:defRPr sz="7000">
                <a:solidFill>
                  <a:schemeClr val="dk2"/>
                </a:solidFill>
              </a:defRPr>
            </a:lvl1pPr>
            <a:lvl2pPr lvl="1"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8000"/>
              <a:buFont typeface="Fira Sans Extra Condensed Medium"/>
              <a:buNone/>
              <a:defRPr sz="8000">
                <a:latin typeface="Fira Sans Extra Condensed Medium"/>
                <a:ea typeface="Fira Sans Extra Condensed Medium"/>
                <a:cs typeface="Fira Sans Extra Condensed Medium"/>
                <a:sym typeface="Fira Sans Extra Condensed Medium"/>
              </a:defRPr>
            </a:lvl9pPr>
          </a:lstStyle>
          <a:p>
            <a:r>
              <a:t>xx%</a:t>
            </a:r>
          </a:p>
        </p:txBody>
      </p:sp>
      <p:sp>
        <p:nvSpPr>
          <p:cNvPr id="130" name="Google Shape;130;p26"/>
          <p:cNvSpPr txBox="1">
            <a:spLocks noGrp="1"/>
          </p:cNvSpPr>
          <p:nvPr>
            <p:ph type="subTitle" idx="15"/>
          </p:nvPr>
        </p:nvSpPr>
        <p:spPr>
          <a:xfrm>
            <a:off x="6275800" y="3298325"/>
            <a:ext cx="2150400" cy="767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Montserrat"/>
              <a:buNone/>
              <a:defRPr sz="1400">
                <a:solidFill>
                  <a:schemeClr val="accent2"/>
                </a:solidFill>
                <a:latin typeface="Montserrat"/>
                <a:ea typeface="Montserrat"/>
                <a:cs typeface="Montserrat"/>
                <a:sym typeface="Montserrat"/>
              </a:defRPr>
            </a:lvl1pPr>
            <a:lvl2pPr lvl="1" rtl="0">
              <a:spcBef>
                <a:spcPts val="0"/>
              </a:spcBef>
              <a:spcAft>
                <a:spcPts val="0"/>
              </a:spcAft>
              <a:buSzPts val="1400"/>
              <a:buFont typeface="Montserrat"/>
              <a:buNone/>
              <a:defRPr>
                <a:latin typeface="Montserrat"/>
                <a:ea typeface="Montserrat"/>
                <a:cs typeface="Montserrat"/>
                <a:sym typeface="Montserrat"/>
              </a:defRPr>
            </a:lvl2pPr>
            <a:lvl3pPr lvl="2" rtl="0">
              <a:spcBef>
                <a:spcPts val="1600"/>
              </a:spcBef>
              <a:spcAft>
                <a:spcPts val="0"/>
              </a:spcAft>
              <a:buSzPts val="1400"/>
              <a:buFont typeface="Montserrat"/>
              <a:buNone/>
              <a:defRPr>
                <a:latin typeface="Montserrat"/>
                <a:ea typeface="Montserrat"/>
                <a:cs typeface="Montserrat"/>
                <a:sym typeface="Montserrat"/>
              </a:defRPr>
            </a:lvl3pPr>
            <a:lvl4pPr lvl="3" rtl="0">
              <a:spcBef>
                <a:spcPts val="1600"/>
              </a:spcBef>
              <a:spcAft>
                <a:spcPts val="0"/>
              </a:spcAft>
              <a:buSzPts val="1400"/>
              <a:buFont typeface="Montserrat"/>
              <a:buNone/>
              <a:defRPr>
                <a:latin typeface="Montserrat"/>
                <a:ea typeface="Montserrat"/>
                <a:cs typeface="Montserrat"/>
                <a:sym typeface="Montserrat"/>
              </a:defRPr>
            </a:lvl4pPr>
            <a:lvl5pPr lvl="4" rtl="0">
              <a:spcBef>
                <a:spcPts val="1600"/>
              </a:spcBef>
              <a:spcAft>
                <a:spcPts val="0"/>
              </a:spcAft>
              <a:buSzPts val="1400"/>
              <a:buFont typeface="Montserrat"/>
              <a:buNone/>
              <a:defRPr>
                <a:latin typeface="Montserrat"/>
                <a:ea typeface="Montserrat"/>
                <a:cs typeface="Montserrat"/>
                <a:sym typeface="Montserrat"/>
              </a:defRPr>
            </a:lvl5pPr>
            <a:lvl6pPr lvl="5" rtl="0">
              <a:spcBef>
                <a:spcPts val="1600"/>
              </a:spcBef>
              <a:spcAft>
                <a:spcPts val="0"/>
              </a:spcAft>
              <a:buSzPts val="1400"/>
              <a:buFont typeface="Montserrat"/>
              <a:buNone/>
              <a:defRPr>
                <a:latin typeface="Montserrat"/>
                <a:ea typeface="Montserrat"/>
                <a:cs typeface="Montserrat"/>
                <a:sym typeface="Montserrat"/>
              </a:defRPr>
            </a:lvl6pPr>
            <a:lvl7pPr lvl="6" rtl="0">
              <a:spcBef>
                <a:spcPts val="1600"/>
              </a:spcBef>
              <a:spcAft>
                <a:spcPts val="0"/>
              </a:spcAft>
              <a:buSzPts val="1400"/>
              <a:buFont typeface="Montserrat"/>
              <a:buNone/>
              <a:defRPr>
                <a:latin typeface="Montserrat"/>
                <a:ea typeface="Montserrat"/>
                <a:cs typeface="Montserrat"/>
                <a:sym typeface="Montserrat"/>
              </a:defRPr>
            </a:lvl7pPr>
            <a:lvl8pPr lvl="7" rtl="0">
              <a:spcBef>
                <a:spcPts val="1600"/>
              </a:spcBef>
              <a:spcAft>
                <a:spcPts val="0"/>
              </a:spcAft>
              <a:buSzPts val="1400"/>
              <a:buFont typeface="Montserrat"/>
              <a:buNone/>
              <a:defRPr>
                <a:latin typeface="Montserrat"/>
                <a:ea typeface="Montserrat"/>
                <a:cs typeface="Montserrat"/>
                <a:sym typeface="Montserrat"/>
              </a:defRPr>
            </a:lvl8pPr>
            <a:lvl9pPr lvl="8" rtl="0">
              <a:spcBef>
                <a:spcPts val="1600"/>
              </a:spcBef>
              <a:spcAft>
                <a:spcPts val="1600"/>
              </a:spcAft>
              <a:buSzPts val="1400"/>
              <a:buFont typeface="Montserrat"/>
              <a:buNone/>
              <a:defRPr>
                <a:latin typeface="Montserrat"/>
                <a:ea typeface="Montserrat"/>
                <a:cs typeface="Montserrat"/>
                <a:sym typeface="Montserrat"/>
              </a:defRPr>
            </a:lvl9pPr>
          </a:lstStyle>
          <a:p>
            <a:endParaRPr/>
          </a:p>
        </p:txBody>
      </p:sp>
      <p:sp>
        <p:nvSpPr>
          <p:cNvPr id="131" name="Google Shape;131;p26"/>
          <p:cNvSpPr/>
          <p:nvPr/>
        </p:nvSpPr>
        <p:spPr>
          <a:xfrm>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6"/>
          <p:cNvSpPr/>
          <p:nvPr/>
        </p:nvSpPr>
        <p:spPr>
          <a:xfrm>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1">
  <p:cSld name="CUSTOM_13">
    <p:spTree>
      <p:nvGrpSpPr>
        <p:cNvPr id="1" name="Shape 134"/>
        <p:cNvGrpSpPr/>
        <p:nvPr/>
      </p:nvGrpSpPr>
      <p:grpSpPr>
        <a:xfrm>
          <a:off x="0" y="0"/>
          <a:ext cx="0" cy="0"/>
          <a:chOff x="0" y="0"/>
          <a:chExt cx="0" cy="0"/>
        </a:xfrm>
      </p:grpSpPr>
      <p:sp>
        <p:nvSpPr>
          <p:cNvPr id="135" name="Google Shape;135;p27"/>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36" name="Google Shape;136;p27"/>
          <p:cNvSpPr txBox="1">
            <a:spLocks noGrp="1"/>
          </p:cNvSpPr>
          <p:nvPr>
            <p:ph type="subTitle" idx="1"/>
          </p:nvPr>
        </p:nvSpPr>
        <p:spPr>
          <a:xfrm>
            <a:off x="1454225" y="33913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137" name="Google Shape;137;p27"/>
          <p:cNvSpPr txBox="1">
            <a:spLocks noGrp="1"/>
          </p:cNvSpPr>
          <p:nvPr>
            <p:ph type="subTitle" idx="2"/>
          </p:nvPr>
        </p:nvSpPr>
        <p:spPr>
          <a:xfrm>
            <a:off x="1454225" y="37667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0"/>
              </a:spcBef>
              <a:spcAft>
                <a:spcPts val="0"/>
              </a:spcAft>
              <a:buNone/>
              <a:defRPr sz="1400">
                <a:solidFill>
                  <a:schemeClr val="dk1"/>
                </a:solidFill>
              </a:defRPr>
            </a:lvl2pPr>
            <a:lvl3pPr lvl="2" algn="ctr" rtl="0">
              <a:lnSpc>
                <a:spcPct val="100000"/>
              </a:lnSpc>
              <a:spcBef>
                <a:spcPts val="0"/>
              </a:spcBef>
              <a:spcAft>
                <a:spcPts val="0"/>
              </a:spcAft>
              <a:buNone/>
              <a:defRPr sz="1400">
                <a:solidFill>
                  <a:schemeClr val="dk1"/>
                </a:solidFill>
              </a:defRPr>
            </a:lvl3pPr>
            <a:lvl4pPr lvl="3" algn="ctr" rtl="0">
              <a:lnSpc>
                <a:spcPct val="100000"/>
              </a:lnSpc>
              <a:spcBef>
                <a:spcPts val="0"/>
              </a:spcBef>
              <a:spcAft>
                <a:spcPts val="0"/>
              </a:spcAft>
              <a:buNone/>
              <a:defRPr sz="1400">
                <a:solidFill>
                  <a:schemeClr val="dk1"/>
                </a:solidFill>
              </a:defRPr>
            </a:lvl4pPr>
            <a:lvl5pPr lvl="4" algn="ctr" rtl="0">
              <a:lnSpc>
                <a:spcPct val="100000"/>
              </a:lnSpc>
              <a:spcBef>
                <a:spcPts val="0"/>
              </a:spcBef>
              <a:spcAft>
                <a:spcPts val="0"/>
              </a:spcAft>
              <a:buNone/>
              <a:defRPr sz="1400">
                <a:solidFill>
                  <a:schemeClr val="dk1"/>
                </a:solidFill>
              </a:defRPr>
            </a:lvl5pPr>
            <a:lvl6pPr lvl="5" algn="ctr" rtl="0">
              <a:lnSpc>
                <a:spcPct val="100000"/>
              </a:lnSpc>
              <a:spcBef>
                <a:spcPts val="0"/>
              </a:spcBef>
              <a:spcAft>
                <a:spcPts val="0"/>
              </a:spcAft>
              <a:buNone/>
              <a:defRPr sz="1400">
                <a:solidFill>
                  <a:schemeClr val="dk1"/>
                </a:solidFill>
              </a:defRPr>
            </a:lvl6pPr>
            <a:lvl7pPr lvl="6" algn="ctr" rtl="0">
              <a:lnSpc>
                <a:spcPct val="100000"/>
              </a:lnSpc>
              <a:spcBef>
                <a:spcPts val="0"/>
              </a:spcBef>
              <a:spcAft>
                <a:spcPts val="0"/>
              </a:spcAft>
              <a:buNone/>
              <a:defRPr sz="1400">
                <a:solidFill>
                  <a:schemeClr val="dk1"/>
                </a:solidFill>
              </a:defRPr>
            </a:lvl7pPr>
            <a:lvl8pPr lvl="7" algn="ctr" rtl="0">
              <a:lnSpc>
                <a:spcPct val="100000"/>
              </a:lnSpc>
              <a:spcBef>
                <a:spcPts val="0"/>
              </a:spcBef>
              <a:spcAft>
                <a:spcPts val="0"/>
              </a:spcAft>
              <a:buNone/>
              <a:defRPr sz="1400">
                <a:solidFill>
                  <a:schemeClr val="dk1"/>
                </a:solidFill>
              </a:defRPr>
            </a:lvl8pPr>
            <a:lvl9pPr lvl="8" algn="ctr" rtl="0">
              <a:lnSpc>
                <a:spcPct val="100000"/>
              </a:lnSpc>
              <a:spcBef>
                <a:spcPts val="0"/>
              </a:spcBef>
              <a:spcAft>
                <a:spcPts val="0"/>
              </a:spcAft>
              <a:buNone/>
              <a:defRPr sz="1400">
                <a:solidFill>
                  <a:schemeClr val="dk1"/>
                </a:solidFill>
              </a:defRPr>
            </a:lvl9pPr>
          </a:lstStyle>
          <a:p>
            <a:endParaRPr/>
          </a:p>
        </p:txBody>
      </p:sp>
      <p:sp>
        <p:nvSpPr>
          <p:cNvPr id="138" name="Google Shape;138;p27"/>
          <p:cNvSpPr txBox="1">
            <a:spLocks noGrp="1"/>
          </p:cNvSpPr>
          <p:nvPr>
            <p:ph type="subTitle" idx="3"/>
          </p:nvPr>
        </p:nvSpPr>
        <p:spPr>
          <a:xfrm>
            <a:off x="5427875" y="33913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139" name="Google Shape;139;p27"/>
          <p:cNvSpPr txBox="1">
            <a:spLocks noGrp="1"/>
          </p:cNvSpPr>
          <p:nvPr>
            <p:ph type="subTitle" idx="4"/>
          </p:nvPr>
        </p:nvSpPr>
        <p:spPr>
          <a:xfrm>
            <a:off x="5427875" y="37667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0"/>
              </a:spcBef>
              <a:spcAft>
                <a:spcPts val="0"/>
              </a:spcAft>
              <a:buNone/>
              <a:defRPr sz="1400">
                <a:solidFill>
                  <a:schemeClr val="dk1"/>
                </a:solidFill>
              </a:defRPr>
            </a:lvl2pPr>
            <a:lvl3pPr lvl="2" algn="ctr" rtl="0">
              <a:lnSpc>
                <a:spcPct val="100000"/>
              </a:lnSpc>
              <a:spcBef>
                <a:spcPts val="0"/>
              </a:spcBef>
              <a:spcAft>
                <a:spcPts val="0"/>
              </a:spcAft>
              <a:buNone/>
              <a:defRPr sz="1400">
                <a:solidFill>
                  <a:schemeClr val="dk1"/>
                </a:solidFill>
              </a:defRPr>
            </a:lvl3pPr>
            <a:lvl4pPr lvl="3" algn="ctr" rtl="0">
              <a:lnSpc>
                <a:spcPct val="100000"/>
              </a:lnSpc>
              <a:spcBef>
                <a:spcPts val="0"/>
              </a:spcBef>
              <a:spcAft>
                <a:spcPts val="0"/>
              </a:spcAft>
              <a:buNone/>
              <a:defRPr sz="1400">
                <a:solidFill>
                  <a:schemeClr val="dk1"/>
                </a:solidFill>
              </a:defRPr>
            </a:lvl4pPr>
            <a:lvl5pPr lvl="4" algn="ctr" rtl="0">
              <a:lnSpc>
                <a:spcPct val="100000"/>
              </a:lnSpc>
              <a:spcBef>
                <a:spcPts val="0"/>
              </a:spcBef>
              <a:spcAft>
                <a:spcPts val="0"/>
              </a:spcAft>
              <a:buNone/>
              <a:defRPr sz="1400">
                <a:solidFill>
                  <a:schemeClr val="dk1"/>
                </a:solidFill>
              </a:defRPr>
            </a:lvl5pPr>
            <a:lvl6pPr lvl="5" algn="ctr" rtl="0">
              <a:lnSpc>
                <a:spcPct val="100000"/>
              </a:lnSpc>
              <a:spcBef>
                <a:spcPts val="0"/>
              </a:spcBef>
              <a:spcAft>
                <a:spcPts val="0"/>
              </a:spcAft>
              <a:buNone/>
              <a:defRPr sz="1400">
                <a:solidFill>
                  <a:schemeClr val="dk1"/>
                </a:solidFill>
              </a:defRPr>
            </a:lvl6pPr>
            <a:lvl7pPr lvl="6" algn="ctr" rtl="0">
              <a:lnSpc>
                <a:spcPct val="100000"/>
              </a:lnSpc>
              <a:spcBef>
                <a:spcPts val="0"/>
              </a:spcBef>
              <a:spcAft>
                <a:spcPts val="0"/>
              </a:spcAft>
              <a:buNone/>
              <a:defRPr sz="1400">
                <a:solidFill>
                  <a:schemeClr val="dk1"/>
                </a:solidFill>
              </a:defRPr>
            </a:lvl7pPr>
            <a:lvl8pPr lvl="7" algn="ctr" rtl="0">
              <a:lnSpc>
                <a:spcPct val="100000"/>
              </a:lnSpc>
              <a:spcBef>
                <a:spcPts val="0"/>
              </a:spcBef>
              <a:spcAft>
                <a:spcPts val="0"/>
              </a:spcAft>
              <a:buNone/>
              <a:defRPr sz="1400">
                <a:solidFill>
                  <a:schemeClr val="dk1"/>
                </a:solidFill>
              </a:defRPr>
            </a:lvl8pPr>
            <a:lvl9pPr lvl="8" algn="ctr" rtl="0">
              <a:lnSpc>
                <a:spcPct val="100000"/>
              </a:lnSpc>
              <a:spcBef>
                <a:spcPts val="0"/>
              </a:spcBef>
              <a:spcAft>
                <a:spcPts val="0"/>
              </a:spcAft>
              <a:buNone/>
              <a:defRPr sz="1400">
                <a:solidFill>
                  <a:schemeClr val="dk1"/>
                </a:solidFill>
              </a:defRPr>
            </a:lvl9pPr>
          </a:lstStyle>
          <a:p>
            <a:endParaRPr/>
          </a:p>
        </p:txBody>
      </p:sp>
      <p:sp>
        <p:nvSpPr>
          <p:cNvPr id="140" name="Google Shape;140;p27"/>
          <p:cNvSpPr/>
          <p:nvPr/>
        </p:nvSpPr>
        <p:spPr>
          <a:xfrm rot="5400000">
            <a:off x="-2131350" y="2050000"/>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2">
  <p:cSld name="CUSTOM_15">
    <p:spTree>
      <p:nvGrpSpPr>
        <p:cNvPr id="1" name="Shape 142"/>
        <p:cNvGrpSpPr/>
        <p:nvPr/>
      </p:nvGrpSpPr>
      <p:grpSpPr>
        <a:xfrm>
          <a:off x="0" y="0"/>
          <a:ext cx="0" cy="0"/>
          <a:chOff x="0" y="0"/>
          <a:chExt cx="0" cy="0"/>
        </a:xfrm>
      </p:grpSpPr>
      <p:sp>
        <p:nvSpPr>
          <p:cNvPr id="143" name="Google Shape;143;p28"/>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44" name="Google Shape;144;p28"/>
          <p:cNvSpPr txBox="1">
            <a:spLocks noGrp="1"/>
          </p:cNvSpPr>
          <p:nvPr>
            <p:ph type="subTitle" idx="1"/>
          </p:nvPr>
        </p:nvSpPr>
        <p:spPr>
          <a:xfrm>
            <a:off x="1098800" y="3775200"/>
            <a:ext cx="28131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45" name="Google Shape;145;p28"/>
          <p:cNvSpPr txBox="1">
            <a:spLocks noGrp="1"/>
          </p:cNvSpPr>
          <p:nvPr>
            <p:ph type="subTitle" idx="2"/>
          </p:nvPr>
        </p:nvSpPr>
        <p:spPr>
          <a:xfrm>
            <a:off x="1098800" y="3051300"/>
            <a:ext cx="28131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46" name="Google Shape;146;p28"/>
          <p:cNvSpPr txBox="1">
            <a:spLocks noGrp="1"/>
          </p:cNvSpPr>
          <p:nvPr>
            <p:ph type="subTitle" idx="3"/>
          </p:nvPr>
        </p:nvSpPr>
        <p:spPr>
          <a:xfrm>
            <a:off x="1098800" y="2315550"/>
            <a:ext cx="28131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147" name="Google Shape;147;p28"/>
          <p:cNvSpPr txBox="1">
            <a:spLocks noGrp="1"/>
          </p:cNvSpPr>
          <p:nvPr>
            <p:ph type="subTitle" idx="4"/>
          </p:nvPr>
        </p:nvSpPr>
        <p:spPr>
          <a:xfrm>
            <a:off x="1098800" y="1591650"/>
            <a:ext cx="28131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48" name="Google Shape;148;p28"/>
          <p:cNvSpPr/>
          <p:nvPr/>
        </p:nvSpPr>
        <p:spPr>
          <a:xfrm rot="10800000" flipH="1">
            <a:off x="5416200" y="1010100"/>
            <a:ext cx="1216200" cy="156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8"/>
          <p:cNvSpPr/>
          <p:nvPr/>
        </p:nvSpPr>
        <p:spPr>
          <a:xfrm rot="10800000" flipH="1">
            <a:off x="6632400" y="2571600"/>
            <a:ext cx="1216200" cy="2571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53" name="Google Shape;153;p29"/>
          <p:cNvSpPr txBox="1">
            <a:spLocks noGrp="1"/>
          </p:cNvSpPr>
          <p:nvPr>
            <p:ph type="subTitle" idx="1"/>
          </p:nvPr>
        </p:nvSpPr>
        <p:spPr>
          <a:xfrm>
            <a:off x="7881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154" name="Google Shape;154;p29"/>
          <p:cNvSpPr txBox="1">
            <a:spLocks noGrp="1"/>
          </p:cNvSpPr>
          <p:nvPr>
            <p:ph type="subTitle" idx="2"/>
          </p:nvPr>
        </p:nvSpPr>
        <p:spPr>
          <a:xfrm>
            <a:off x="7881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155" name="Google Shape;155;p29"/>
          <p:cNvSpPr txBox="1">
            <a:spLocks noGrp="1"/>
          </p:cNvSpPr>
          <p:nvPr>
            <p:ph type="subTitle" idx="3"/>
          </p:nvPr>
        </p:nvSpPr>
        <p:spPr>
          <a:xfrm>
            <a:off x="344115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156" name="Google Shape;156;p29"/>
          <p:cNvSpPr txBox="1">
            <a:spLocks noGrp="1"/>
          </p:cNvSpPr>
          <p:nvPr>
            <p:ph type="subTitle" idx="4"/>
          </p:nvPr>
        </p:nvSpPr>
        <p:spPr>
          <a:xfrm>
            <a:off x="344115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157" name="Google Shape;157;p29"/>
          <p:cNvSpPr txBox="1">
            <a:spLocks noGrp="1"/>
          </p:cNvSpPr>
          <p:nvPr>
            <p:ph type="subTitle" idx="5"/>
          </p:nvPr>
        </p:nvSpPr>
        <p:spPr>
          <a:xfrm>
            <a:off x="6094200" y="2390400"/>
            <a:ext cx="2261700" cy="408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chemeClr val="accent1"/>
                </a:solidFill>
              </a:defRPr>
            </a:lvl1pPr>
            <a:lvl2pPr lvl="1" algn="ctr" rtl="0">
              <a:spcBef>
                <a:spcPts val="1600"/>
              </a:spcBef>
              <a:spcAft>
                <a:spcPts val="0"/>
              </a:spcAft>
              <a:buNone/>
              <a:defRPr b="1">
                <a:solidFill>
                  <a:schemeClr val="accent1"/>
                </a:solidFill>
              </a:defRPr>
            </a:lvl2pPr>
            <a:lvl3pPr lvl="2" algn="ctr" rtl="0">
              <a:spcBef>
                <a:spcPts val="1600"/>
              </a:spcBef>
              <a:spcAft>
                <a:spcPts val="0"/>
              </a:spcAft>
              <a:buNone/>
              <a:defRPr b="1">
                <a:solidFill>
                  <a:schemeClr val="accent1"/>
                </a:solidFill>
              </a:defRPr>
            </a:lvl3pPr>
            <a:lvl4pPr lvl="3" algn="ctr" rtl="0">
              <a:spcBef>
                <a:spcPts val="1600"/>
              </a:spcBef>
              <a:spcAft>
                <a:spcPts val="0"/>
              </a:spcAft>
              <a:buNone/>
              <a:defRPr b="1">
                <a:solidFill>
                  <a:schemeClr val="accent1"/>
                </a:solidFill>
              </a:defRPr>
            </a:lvl4pPr>
            <a:lvl5pPr lvl="4" algn="ctr" rtl="0">
              <a:spcBef>
                <a:spcPts val="1600"/>
              </a:spcBef>
              <a:spcAft>
                <a:spcPts val="0"/>
              </a:spcAft>
              <a:buNone/>
              <a:defRPr b="1">
                <a:solidFill>
                  <a:schemeClr val="accent1"/>
                </a:solidFill>
              </a:defRPr>
            </a:lvl5pPr>
            <a:lvl6pPr lvl="5" algn="ctr" rtl="0">
              <a:spcBef>
                <a:spcPts val="1600"/>
              </a:spcBef>
              <a:spcAft>
                <a:spcPts val="0"/>
              </a:spcAft>
              <a:buNone/>
              <a:defRPr b="1">
                <a:solidFill>
                  <a:schemeClr val="accent1"/>
                </a:solidFill>
              </a:defRPr>
            </a:lvl6pPr>
            <a:lvl7pPr lvl="6" algn="ctr" rtl="0">
              <a:spcBef>
                <a:spcPts val="1600"/>
              </a:spcBef>
              <a:spcAft>
                <a:spcPts val="0"/>
              </a:spcAft>
              <a:buNone/>
              <a:defRPr b="1">
                <a:solidFill>
                  <a:schemeClr val="accent1"/>
                </a:solidFill>
              </a:defRPr>
            </a:lvl7pPr>
            <a:lvl8pPr lvl="7" algn="ctr" rtl="0">
              <a:spcBef>
                <a:spcPts val="1600"/>
              </a:spcBef>
              <a:spcAft>
                <a:spcPts val="0"/>
              </a:spcAft>
              <a:buNone/>
              <a:defRPr b="1">
                <a:solidFill>
                  <a:schemeClr val="accent1"/>
                </a:solidFill>
              </a:defRPr>
            </a:lvl8pPr>
            <a:lvl9pPr lvl="8" algn="ctr" rtl="0">
              <a:spcBef>
                <a:spcPts val="1600"/>
              </a:spcBef>
              <a:spcAft>
                <a:spcPts val="1600"/>
              </a:spcAft>
              <a:buNone/>
              <a:defRPr b="1">
                <a:solidFill>
                  <a:schemeClr val="accent1"/>
                </a:solidFill>
              </a:defRPr>
            </a:lvl9pPr>
          </a:lstStyle>
          <a:p>
            <a:endParaRPr/>
          </a:p>
        </p:txBody>
      </p:sp>
      <p:sp>
        <p:nvSpPr>
          <p:cNvPr id="158" name="Google Shape;158;p29"/>
          <p:cNvSpPr txBox="1">
            <a:spLocks noGrp="1"/>
          </p:cNvSpPr>
          <p:nvPr>
            <p:ph type="subTitle" idx="6"/>
          </p:nvPr>
        </p:nvSpPr>
        <p:spPr>
          <a:xfrm>
            <a:off x="6094200" y="2765850"/>
            <a:ext cx="2261700" cy="72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1400">
                <a:solidFill>
                  <a:schemeClr val="dk1"/>
                </a:solidFill>
              </a:defRPr>
            </a:lvl1pPr>
            <a:lvl2pPr lvl="1" algn="ctr" rtl="0">
              <a:lnSpc>
                <a:spcPct val="100000"/>
              </a:lnSpc>
              <a:spcBef>
                <a:spcPts val="1600"/>
              </a:spcBef>
              <a:spcAft>
                <a:spcPts val="0"/>
              </a:spcAft>
              <a:buNone/>
              <a:defRPr sz="1400">
                <a:solidFill>
                  <a:schemeClr val="dk1"/>
                </a:solidFill>
              </a:defRPr>
            </a:lvl2pPr>
            <a:lvl3pPr lvl="2" algn="ctr" rtl="0">
              <a:lnSpc>
                <a:spcPct val="100000"/>
              </a:lnSpc>
              <a:spcBef>
                <a:spcPts val="1600"/>
              </a:spcBef>
              <a:spcAft>
                <a:spcPts val="0"/>
              </a:spcAft>
              <a:buNone/>
              <a:defRPr sz="1400">
                <a:solidFill>
                  <a:schemeClr val="dk1"/>
                </a:solidFill>
              </a:defRPr>
            </a:lvl3pPr>
            <a:lvl4pPr lvl="3" algn="ctr" rtl="0">
              <a:lnSpc>
                <a:spcPct val="100000"/>
              </a:lnSpc>
              <a:spcBef>
                <a:spcPts val="1600"/>
              </a:spcBef>
              <a:spcAft>
                <a:spcPts val="0"/>
              </a:spcAft>
              <a:buNone/>
              <a:defRPr sz="1400">
                <a:solidFill>
                  <a:schemeClr val="dk1"/>
                </a:solidFill>
              </a:defRPr>
            </a:lvl4pPr>
            <a:lvl5pPr lvl="4" algn="ctr" rtl="0">
              <a:lnSpc>
                <a:spcPct val="100000"/>
              </a:lnSpc>
              <a:spcBef>
                <a:spcPts val="1600"/>
              </a:spcBef>
              <a:spcAft>
                <a:spcPts val="0"/>
              </a:spcAft>
              <a:buNone/>
              <a:defRPr sz="1400">
                <a:solidFill>
                  <a:schemeClr val="dk1"/>
                </a:solidFill>
              </a:defRPr>
            </a:lvl5pPr>
            <a:lvl6pPr lvl="5" algn="ctr" rtl="0">
              <a:lnSpc>
                <a:spcPct val="100000"/>
              </a:lnSpc>
              <a:spcBef>
                <a:spcPts val="1600"/>
              </a:spcBef>
              <a:spcAft>
                <a:spcPts val="0"/>
              </a:spcAft>
              <a:buNone/>
              <a:defRPr sz="1400">
                <a:solidFill>
                  <a:schemeClr val="dk1"/>
                </a:solidFill>
              </a:defRPr>
            </a:lvl6pPr>
            <a:lvl7pPr lvl="6" algn="ctr" rtl="0">
              <a:lnSpc>
                <a:spcPct val="100000"/>
              </a:lnSpc>
              <a:spcBef>
                <a:spcPts val="1600"/>
              </a:spcBef>
              <a:spcAft>
                <a:spcPts val="0"/>
              </a:spcAft>
              <a:buNone/>
              <a:defRPr sz="1400">
                <a:solidFill>
                  <a:schemeClr val="dk1"/>
                </a:solidFill>
              </a:defRPr>
            </a:lvl7pPr>
            <a:lvl8pPr lvl="7" algn="ctr" rtl="0">
              <a:lnSpc>
                <a:spcPct val="100000"/>
              </a:lnSpc>
              <a:spcBef>
                <a:spcPts val="1600"/>
              </a:spcBef>
              <a:spcAft>
                <a:spcPts val="0"/>
              </a:spcAft>
              <a:buNone/>
              <a:defRPr sz="1400">
                <a:solidFill>
                  <a:schemeClr val="dk1"/>
                </a:solidFill>
              </a:defRPr>
            </a:lvl8pPr>
            <a:lvl9pPr lvl="8" algn="ctr" rtl="0">
              <a:lnSpc>
                <a:spcPct val="100000"/>
              </a:lnSpc>
              <a:spcBef>
                <a:spcPts val="1600"/>
              </a:spcBef>
              <a:spcAft>
                <a:spcPts val="1600"/>
              </a:spcAft>
              <a:buNone/>
              <a:defRPr sz="1400">
                <a:solidFill>
                  <a:schemeClr val="dk1"/>
                </a:solidFill>
              </a:defRPr>
            </a:lvl9pPr>
          </a:lstStyle>
          <a:p>
            <a:endParaRPr/>
          </a:p>
        </p:txBody>
      </p:sp>
      <p:sp>
        <p:nvSpPr>
          <p:cNvPr id="159" name="Google Shape;159;p29"/>
          <p:cNvSpPr/>
          <p:nvPr/>
        </p:nvSpPr>
        <p:spPr>
          <a:xfrm flipH="1">
            <a:off x="457200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9"/>
          <p:cNvSpPr/>
          <p:nvPr/>
        </p:nvSpPr>
        <p:spPr>
          <a:xfrm flipH="1">
            <a:off x="5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
  <p:cSld name="CUSTOM_3">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64" name="Google Shape;164;p30"/>
          <p:cNvSpPr txBox="1">
            <a:spLocks noGrp="1"/>
          </p:cNvSpPr>
          <p:nvPr>
            <p:ph type="subTitle" idx="1"/>
          </p:nvPr>
        </p:nvSpPr>
        <p:spPr>
          <a:xfrm>
            <a:off x="1878275" y="1251675"/>
            <a:ext cx="2787600" cy="4239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65" name="Google Shape;165;p30"/>
          <p:cNvSpPr txBox="1">
            <a:spLocks noGrp="1"/>
          </p:cNvSpPr>
          <p:nvPr>
            <p:ph type="subTitle" idx="2"/>
          </p:nvPr>
        </p:nvSpPr>
        <p:spPr>
          <a:xfrm>
            <a:off x="1878275" y="1744345"/>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66" name="Google Shape;166;p30"/>
          <p:cNvSpPr txBox="1">
            <a:spLocks noGrp="1"/>
          </p:cNvSpPr>
          <p:nvPr>
            <p:ph type="subTitle" idx="3"/>
          </p:nvPr>
        </p:nvSpPr>
        <p:spPr>
          <a:xfrm>
            <a:off x="5351497" y="1251675"/>
            <a:ext cx="2787600" cy="4239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67" name="Google Shape;167;p30"/>
          <p:cNvSpPr txBox="1">
            <a:spLocks noGrp="1"/>
          </p:cNvSpPr>
          <p:nvPr>
            <p:ph type="subTitle" idx="4"/>
          </p:nvPr>
        </p:nvSpPr>
        <p:spPr>
          <a:xfrm>
            <a:off x="5351493" y="1744282"/>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68" name="Google Shape;168;p30"/>
          <p:cNvSpPr txBox="1">
            <a:spLocks noGrp="1"/>
          </p:cNvSpPr>
          <p:nvPr>
            <p:ph type="subTitle" idx="5"/>
          </p:nvPr>
        </p:nvSpPr>
        <p:spPr>
          <a:xfrm>
            <a:off x="1878275" y="2898148"/>
            <a:ext cx="2787600" cy="3402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69" name="Google Shape;169;p30"/>
          <p:cNvSpPr txBox="1">
            <a:spLocks noGrp="1"/>
          </p:cNvSpPr>
          <p:nvPr>
            <p:ph type="subTitle" idx="6"/>
          </p:nvPr>
        </p:nvSpPr>
        <p:spPr>
          <a:xfrm>
            <a:off x="1878275" y="3390754"/>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70" name="Google Shape;170;p30"/>
          <p:cNvSpPr txBox="1">
            <a:spLocks noGrp="1"/>
          </p:cNvSpPr>
          <p:nvPr>
            <p:ph type="subTitle" idx="7"/>
          </p:nvPr>
        </p:nvSpPr>
        <p:spPr>
          <a:xfrm>
            <a:off x="5351425" y="2898156"/>
            <a:ext cx="2787600" cy="3402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lt1"/>
                </a:solidFill>
              </a:defRPr>
            </a:lvl1pPr>
            <a:lvl2pPr lvl="1" rtl="0">
              <a:spcBef>
                <a:spcPts val="1600"/>
              </a:spcBef>
              <a:spcAft>
                <a:spcPts val="0"/>
              </a:spcAft>
              <a:buNone/>
              <a:defRPr b="1">
                <a:solidFill>
                  <a:schemeClr val="lt1"/>
                </a:solidFill>
              </a:defRPr>
            </a:lvl2pPr>
            <a:lvl3pPr lvl="2" rtl="0">
              <a:spcBef>
                <a:spcPts val="1600"/>
              </a:spcBef>
              <a:spcAft>
                <a:spcPts val="0"/>
              </a:spcAft>
              <a:buNone/>
              <a:defRPr b="1">
                <a:solidFill>
                  <a:schemeClr val="lt1"/>
                </a:solidFill>
              </a:defRPr>
            </a:lvl3pPr>
            <a:lvl4pPr lvl="3" rtl="0">
              <a:spcBef>
                <a:spcPts val="1600"/>
              </a:spcBef>
              <a:spcAft>
                <a:spcPts val="0"/>
              </a:spcAft>
              <a:buNone/>
              <a:defRPr b="1">
                <a:solidFill>
                  <a:schemeClr val="lt1"/>
                </a:solidFill>
              </a:defRPr>
            </a:lvl4pPr>
            <a:lvl5pPr lvl="4" rtl="0">
              <a:spcBef>
                <a:spcPts val="1600"/>
              </a:spcBef>
              <a:spcAft>
                <a:spcPts val="0"/>
              </a:spcAft>
              <a:buNone/>
              <a:defRPr b="1">
                <a:solidFill>
                  <a:schemeClr val="lt1"/>
                </a:solidFill>
              </a:defRPr>
            </a:lvl5pPr>
            <a:lvl6pPr lvl="5" rtl="0">
              <a:spcBef>
                <a:spcPts val="1600"/>
              </a:spcBef>
              <a:spcAft>
                <a:spcPts val="0"/>
              </a:spcAft>
              <a:buNone/>
              <a:defRPr b="1">
                <a:solidFill>
                  <a:schemeClr val="lt1"/>
                </a:solidFill>
              </a:defRPr>
            </a:lvl6pPr>
            <a:lvl7pPr lvl="6" rtl="0">
              <a:spcBef>
                <a:spcPts val="1600"/>
              </a:spcBef>
              <a:spcAft>
                <a:spcPts val="0"/>
              </a:spcAft>
              <a:buNone/>
              <a:defRPr b="1">
                <a:solidFill>
                  <a:schemeClr val="lt1"/>
                </a:solidFill>
              </a:defRPr>
            </a:lvl7pPr>
            <a:lvl8pPr lvl="7" rtl="0">
              <a:spcBef>
                <a:spcPts val="1600"/>
              </a:spcBef>
              <a:spcAft>
                <a:spcPts val="0"/>
              </a:spcAft>
              <a:buNone/>
              <a:defRPr b="1">
                <a:solidFill>
                  <a:schemeClr val="lt1"/>
                </a:solidFill>
              </a:defRPr>
            </a:lvl8pPr>
            <a:lvl9pPr lvl="8" rtl="0">
              <a:spcBef>
                <a:spcPts val="1600"/>
              </a:spcBef>
              <a:spcAft>
                <a:spcPts val="1600"/>
              </a:spcAft>
              <a:buNone/>
              <a:defRPr b="1">
                <a:solidFill>
                  <a:schemeClr val="lt1"/>
                </a:solidFill>
              </a:defRPr>
            </a:lvl9pPr>
          </a:lstStyle>
          <a:p>
            <a:endParaRPr/>
          </a:p>
        </p:txBody>
      </p:sp>
      <p:sp>
        <p:nvSpPr>
          <p:cNvPr id="171" name="Google Shape;171;p30"/>
          <p:cNvSpPr txBox="1">
            <a:spLocks noGrp="1"/>
          </p:cNvSpPr>
          <p:nvPr>
            <p:ph type="subTitle" idx="8"/>
          </p:nvPr>
        </p:nvSpPr>
        <p:spPr>
          <a:xfrm>
            <a:off x="5351425" y="3390754"/>
            <a:ext cx="27876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172" name="Google Shape;172;p30"/>
          <p:cNvSpPr txBox="1">
            <a:spLocks noGrp="1"/>
          </p:cNvSpPr>
          <p:nvPr>
            <p:ph type="subTitle" idx="9"/>
          </p:nvPr>
        </p:nvSpPr>
        <p:spPr>
          <a:xfrm rot="-5400803">
            <a:off x="609009" y="1779468"/>
            <a:ext cx="1284300" cy="492600"/>
          </a:xfrm>
          <a:prstGeom prst="rect">
            <a:avLst/>
          </a:prstGeom>
        </p:spPr>
        <p:txBody>
          <a:bodyPr spcFirstLastPara="1" wrap="square" lIns="91425" tIns="91425" rIns="91425" bIns="91425" anchor="t" anchorCtr="0">
            <a:noAutofit/>
          </a:bodyPr>
          <a:lstStyle>
            <a:lvl1pPr lvl="0" algn="ctr">
              <a:spcBef>
                <a:spcPts val="0"/>
              </a:spcBef>
              <a:spcAft>
                <a:spcPts val="0"/>
              </a:spcAft>
              <a:buSzPts val="1800"/>
              <a:buNone/>
              <a:defRPr b="1">
                <a:solidFill>
                  <a:schemeClr val="lt1"/>
                </a:solidFill>
              </a:defRPr>
            </a:lvl1pPr>
            <a:lvl2pPr lvl="1">
              <a:spcBef>
                <a:spcPts val="1600"/>
              </a:spcBef>
              <a:spcAft>
                <a:spcPts val="0"/>
              </a:spcAft>
              <a:buSzPts val="1400"/>
              <a:buNone/>
              <a:defRPr b="1"/>
            </a:lvl2pPr>
            <a:lvl3pPr lvl="2">
              <a:spcBef>
                <a:spcPts val="1600"/>
              </a:spcBef>
              <a:spcAft>
                <a:spcPts val="0"/>
              </a:spcAft>
              <a:buSzPts val="1400"/>
              <a:buNone/>
              <a:defRPr b="1"/>
            </a:lvl3pPr>
            <a:lvl4pPr lvl="3">
              <a:spcBef>
                <a:spcPts val="1600"/>
              </a:spcBef>
              <a:spcAft>
                <a:spcPts val="0"/>
              </a:spcAft>
              <a:buSzPts val="1400"/>
              <a:buNone/>
              <a:defRPr b="1"/>
            </a:lvl4pPr>
            <a:lvl5pPr lvl="4">
              <a:spcBef>
                <a:spcPts val="1600"/>
              </a:spcBef>
              <a:spcAft>
                <a:spcPts val="0"/>
              </a:spcAft>
              <a:buSzPts val="1400"/>
              <a:buNone/>
              <a:defRPr b="1"/>
            </a:lvl5pPr>
            <a:lvl6pPr lvl="5">
              <a:spcBef>
                <a:spcPts val="1600"/>
              </a:spcBef>
              <a:spcAft>
                <a:spcPts val="0"/>
              </a:spcAft>
              <a:buSzPts val="1400"/>
              <a:buNone/>
              <a:defRPr b="1"/>
            </a:lvl6pPr>
            <a:lvl7pPr lvl="6">
              <a:spcBef>
                <a:spcPts val="1600"/>
              </a:spcBef>
              <a:spcAft>
                <a:spcPts val="0"/>
              </a:spcAft>
              <a:buSzPts val="1400"/>
              <a:buNone/>
              <a:defRPr b="1"/>
            </a:lvl7pPr>
            <a:lvl8pPr lvl="7">
              <a:spcBef>
                <a:spcPts val="1600"/>
              </a:spcBef>
              <a:spcAft>
                <a:spcPts val="0"/>
              </a:spcAft>
              <a:buSzPts val="1400"/>
              <a:buNone/>
              <a:defRPr b="1"/>
            </a:lvl8pPr>
            <a:lvl9pPr lvl="8">
              <a:spcBef>
                <a:spcPts val="1600"/>
              </a:spcBef>
              <a:spcAft>
                <a:spcPts val="1600"/>
              </a:spcAft>
              <a:buSzPts val="1400"/>
              <a:buNone/>
              <a:defRPr b="1"/>
            </a:lvl9pPr>
          </a:lstStyle>
          <a:p>
            <a:endParaRPr/>
          </a:p>
        </p:txBody>
      </p:sp>
      <p:sp>
        <p:nvSpPr>
          <p:cNvPr id="173" name="Google Shape;173;p30"/>
          <p:cNvSpPr txBox="1">
            <a:spLocks noGrp="1"/>
          </p:cNvSpPr>
          <p:nvPr>
            <p:ph type="subTitle" idx="13"/>
          </p:nvPr>
        </p:nvSpPr>
        <p:spPr>
          <a:xfrm rot="-5400000">
            <a:off x="609075" y="3422400"/>
            <a:ext cx="1284300" cy="4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b="1">
                <a:solidFill>
                  <a:schemeClr val="lt1"/>
                </a:solidFill>
              </a:defRPr>
            </a:lvl1pPr>
            <a:lvl2pPr lvl="1" rtl="0">
              <a:spcBef>
                <a:spcPts val="1600"/>
              </a:spcBef>
              <a:spcAft>
                <a:spcPts val="0"/>
              </a:spcAft>
              <a:buSzPts val="1400"/>
              <a:buNone/>
              <a:defRPr b="1"/>
            </a:lvl2pPr>
            <a:lvl3pPr lvl="2" rtl="0">
              <a:spcBef>
                <a:spcPts val="1600"/>
              </a:spcBef>
              <a:spcAft>
                <a:spcPts val="0"/>
              </a:spcAft>
              <a:buSzPts val="1400"/>
              <a:buNone/>
              <a:defRPr b="1"/>
            </a:lvl3pPr>
            <a:lvl4pPr lvl="3" rtl="0">
              <a:spcBef>
                <a:spcPts val="1600"/>
              </a:spcBef>
              <a:spcAft>
                <a:spcPts val="0"/>
              </a:spcAft>
              <a:buSzPts val="1400"/>
              <a:buNone/>
              <a:defRPr b="1"/>
            </a:lvl4pPr>
            <a:lvl5pPr lvl="4" rtl="0">
              <a:spcBef>
                <a:spcPts val="1600"/>
              </a:spcBef>
              <a:spcAft>
                <a:spcPts val="0"/>
              </a:spcAft>
              <a:buSzPts val="1400"/>
              <a:buNone/>
              <a:defRPr b="1"/>
            </a:lvl5pPr>
            <a:lvl6pPr lvl="5" rtl="0">
              <a:spcBef>
                <a:spcPts val="1600"/>
              </a:spcBef>
              <a:spcAft>
                <a:spcPts val="0"/>
              </a:spcAft>
              <a:buSzPts val="1400"/>
              <a:buNone/>
              <a:defRPr b="1"/>
            </a:lvl6pPr>
            <a:lvl7pPr lvl="6" rtl="0">
              <a:spcBef>
                <a:spcPts val="1600"/>
              </a:spcBef>
              <a:spcAft>
                <a:spcPts val="0"/>
              </a:spcAft>
              <a:buSzPts val="1400"/>
              <a:buNone/>
              <a:defRPr b="1"/>
            </a:lvl7pPr>
            <a:lvl8pPr lvl="7" rtl="0">
              <a:spcBef>
                <a:spcPts val="1600"/>
              </a:spcBef>
              <a:spcAft>
                <a:spcPts val="0"/>
              </a:spcAft>
              <a:buSzPts val="1400"/>
              <a:buNone/>
              <a:defRPr b="1"/>
            </a:lvl8pPr>
            <a:lvl9pPr lvl="8" rtl="0">
              <a:spcBef>
                <a:spcPts val="1600"/>
              </a:spcBef>
              <a:spcAft>
                <a:spcPts val="1600"/>
              </a:spcAft>
              <a:buSzPts val="1400"/>
              <a:buNone/>
              <a:defRPr b="1"/>
            </a:lvl9pPr>
          </a:lstStyle>
          <a:p>
            <a:endParaRPr/>
          </a:p>
        </p:txBody>
      </p:sp>
      <p:sp>
        <p:nvSpPr>
          <p:cNvPr id="174" name="Google Shape;174;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1">
  <p:cSld name="CUSTOM_14">
    <p:spTree>
      <p:nvGrpSpPr>
        <p:cNvPr id="1" name="Shape 175"/>
        <p:cNvGrpSpPr/>
        <p:nvPr/>
      </p:nvGrpSpPr>
      <p:grpSpPr>
        <a:xfrm>
          <a:off x="0" y="0"/>
          <a:ext cx="0" cy="0"/>
          <a:chOff x="0" y="0"/>
          <a:chExt cx="0" cy="0"/>
        </a:xfrm>
      </p:grpSpPr>
      <p:sp>
        <p:nvSpPr>
          <p:cNvPr id="176" name="Google Shape;176;p31"/>
          <p:cNvSpPr txBox="1">
            <a:spLocks noGrp="1"/>
          </p:cNvSpPr>
          <p:nvPr>
            <p:ph type="subTitle" idx="1"/>
          </p:nvPr>
        </p:nvSpPr>
        <p:spPr>
          <a:xfrm>
            <a:off x="5951340" y="1570850"/>
            <a:ext cx="2479500" cy="423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b="1">
                <a:solidFill>
                  <a:schemeClr val="accent1"/>
                </a:solidFill>
              </a:defRPr>
            </a:lvl1pPr>
            <a:lvl2pPr lvl="1" algn="r" rtl="0">
              <a:spcBef>
                <a:spcPts val="1600"/>
              </a:spcBef>
              <a:spcAft>
                <a:spcPts val="0"/>
              </a:spcAft>
              <a:buNone/>
              <a:defRPr b="1">
                <a:solidFill>
                  <a:schemeClr val="accent1"/>
                </a:solidFill>
              </a:defRPr>
            </a:lvl2pPr>
            <a:lvl3pPr lvl="2" algn="r" rtl="0">
              <a:spcBef>
                <a:spcPts val="1600"/>
              </a:spcBef>
              <a:spcAft>
                <a:spcPts val="0"/>
              </a:spcAft>
              <a:buNone/>
              <a:defRPr b="1">
                <a:solidFill>
                  <a:schemeClr val="accent1"/>
                </a:solidFill>
              </a:defRPr>
            </a:lvl3pPr>
            <a:lvl4pPr lvl="3" algn="r" rtl="0">
              <a:spcBef>
                <a:spcPts val="1600"/>
              </a:spcBef>
              <a:spcAft>
                <a:spcPts val="0"/>
              </a:spcAft>
              <a:buNone/>
              <a:defRPr b="1">
                <a:solidFill>
                  <a:schemeClr val="accent1"/>
                </a:solidFill>
              </a:defRPr>
            </a:lvl4pPr>
            <a:lvl5pPr lvl="4" algn="r" rtl="0">
              <a:spcBef>
                <a:spcPts val="1600"/>
              </a:spcBef>
              <a:spcAft>
                <a:spcPts val="0"/>
              </a:spcAft>
              <a:buNone/>
              <a:defRPr b="1">
                <a:solidFill>
                  <a:schemeClr val="accent1"/>
                </a:solidFill>
              </a:defRPr>
            </a:lvl5pPr>
            <a:lvl6pPr lvl="5" algn="r" rtl="0">
              <a:spcBef>
                <a:spcPts val="1600"/>
              </a:spcBef>
              <a:spcAft>
                <a:spcPts val="0"/>
              </a:spcAft>
              <a:buNone/>
              <a:defRPr b="1">
                <a:solidFill>
                  <a:schemeClr val="accent1"/>
                </a:solidFill>
              </a:defRPr>
            </a:lvl6pPr>
            <a:lvl7pPr lvl="6" algn="r" rtl="0">
              <a:spcBef>
                <a:spcPts val="1600"/>
              </a:spcBef>
              <a:spcAft>
                <a:spcPts val="0"/>
              </a:spcAft>
              <a:buNone/>
              <a:defRPr b="1">
                <a:solidFill>
                  <a:schemeClr val="accent1"/>
                </a:solidFill>
              </a:defRPr>
            </a:lvl7pPr>
            <a:lvl8pPr lvl="7" algn="r" rtl="0">
              <a:spcBef>
                <a:spcPts val="1600"/>
              </a:spcBef>
              <a:spcAft>
                <a:spcPts val="0"/>
              </a:spcAft>
              <a:buNone/>
              <a:defRPr b="1">
                <a:solidFill>
                  <a:schemeClr val="accent1"/>
                </a:solidFill>
              </a:defRPr>
            </a:lvl8pPr>
            <a:lvl9pPr lvl="8" algn="r" rtl="0">
              <a:spcBef>
                <a:spcPts val="1600"/>
              </a:spcBef>
              <a:spcAft>
                <a:spcPts val="1600"/>
              </a:spcAft>
              <a:buNone/>
              <a:defRPr b="1">
                <a:solidFill>
                  <a:schemeClr val="accent1"/>
                </a:solidFill>
              </a:defRPr>
            </a:lvl9pPr>
          </a:lstStyle>
          <a:p>
            <a:endParaRPr/>
          </a:p>
        </p:txBody>
      </p:sp>
      <p:sp>
        <p:nvSpPr>
          <p:cNvPr id="177" name="Google Shape;177;p31"/>
          <p:cNvSpPr txBox="1">
            <a:spLocks noGrp="1"/>
          </p:cNvSpPr>
          <p:nvPr>
            <p:ph type="subTitle" idx="2"/>
          </p:nvPr>
        </p:nvSpPr>
        <p:spPr>
          <a:xfrm>
            <a:off x="5951336" y="1941975"/>
            <a:ext cx="2479500" cy="8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solidFill>
                  <a:schemeClr val="dk1"/>
                </a:solidFill>
              </a:defRPr>
            </a:lvl1pPr>
            <a:lvl2pPr lvl="1" algn="r" rtl="0">
              <a:lnSpc>
                <a:spcPct val="100000"/>
              </a:lnSpc>
              <a:spcBef>
                <a:spcPts val="1600"/>
              </a:spcBef>
              <a:spcAft>
                <a:spcPts val="0"/>
              </a:spcAft>
              <a:buNone/>
              <a:defRPr sz="1400">
                <a:solidFill>
                  <a:schemeClr val="dk1"/>
                </a:solidFill>
              </a:defRPr>
            </a:lvl2pPr>
            <a:lvl3pPr lvl="2" algn="r" rtl="0">
              <a:lnSpc>
                <a:spcPct val="100000"/>
              </a:lnSpc>
              <a:spcBef>
                <a:spcPts val="1600"/>
              </a:spcBef>
              <a:spcAft>
                <a:spcPts val="0"/>
              </a:spcAft>
              <a:buNone/>
              <a:defRPr sz="1400">
                <a:solidFill>
                  <a:schemeClr val="dk1"/>
                </a:solidFill>
              </a:defRPr>
            </a:lvl3pPr>
            <a:lvl4pPr lvl="3" algn="r" rtl="0">
              <a:lnSpc>
                <a:spcPct val="100000"/>
              </a:lnSpc>
              <a:spcBef>
                <a:spcPts val="1600"/>
              </a:spcBef>
              <a:spcAft>
                <a:spcPts val="0"/>
              </a:spcAft>
              <a:buNone/>
              <a:defRPr sz="1400">
                <a:solidFill>
                  <a:schemeClr val="dk1"/>
                </a:solidFill>
              </a:defRPr>
            </a:lvl4pPr>
            <a:lvl5pPr lvl="4" algn="r" rtl="0">
              <a:lnSpc>
                <a:spcPct val="100000"/>
              </a:lnSpc>
              <a:spcBef>
                <a:spcPts val="1600"/>
              </a:spcBef>
              <a:spcAft>
                <a:spcPts val="0"/>
              </a:spcAft>
              <a:buNone/>
              <a:defRPr sz="1400">
                <a:solidFill>
                  <a:schemeClr val="dk1"/>
                </a:solidFill>
              </a:defRPr>
            </a:lvl5pPr>
            <a:lvl6pPr lvl="5" algn="r" rtl="0">
              <a:lnSpc>
                <a:spcPct val="100000"/>
              </a:lnSpc>
              <a:spcBef>
                <a:spcPts val="1600"/>
              </a:spcBef>
              <a:spcAft>
                <a:spcPts val="0"/>
              </a:spcAft>
              <a:buNone/>
              <a:defRPr sz="1400">
                <a:solidFill>
                  <a:schemeClr val="dk1"/>
                </a:solidFill>
              </a:defRPr>
            </a:lvl6pPr>
            <a:lvl7pPr lvl="6" algn="r" rtl="0">
              <a:lnSpc>
                <a:spcPct val="100000"/>
              </a:lnSpc>
              <a:spcBef>
                <a:spcPts val="1600"/>
              </a:spcBef>
              <a:spcAft>
                <a:spcPts val="0"/>
              </a:spcAft>
              <a:buNone/>
              <a:defRPr sz="1400">
                <a:solidFill>
                  <a:schemeClr val="dk1"/>
                </a:solidFill>
              </a:defRPr>
            </a:lvl7pPr>
            <a:lvl8pPr lvl="7" algn="r" rtl="0">
              <a:lnSpc>
                <a:spcPct val="100000"/>
              </a:lnSpc>
              <a:spcBef>
                <a:spcPts val="1600"/>
              </a:spcBef>
              <a:spcAft>
                <a:spcPts val="0"/>
              </a:spcAft>
              <a:buNone/>
              <a:defRPr sz="1400">
                <a:solidFill>
                  <a:schemeClr val="dk1"/>
                </a:solidFill>
              </a:defRPr>
            </a:lvl8pPr>
            <a:lvl9pPr lvl="8" algn="r" rtl="0">
              <a:lnSpc>
                <a:spcPct val="100000"/>
              </a:lnSpc>
              <a:spcBef>
                <a:spcPts val="1600"/>
              </a:spcBef>
              <a:spcAft>
                <a:spcPts val="1600"/>
              </a:spcAft>
              <a:buNone/>
              <a:defRPr sz="1400">
                <a:solidFill>
                  <a:schemeClr val="dk1"/>
                </a:solidFill>
              </a:defRPr>
            </a:lvl9pPr>
          </a:lstStyle>
          <a:p>
            <a:endParaRPr/>
          </a:p>
        </p:txBody>
      </p:sp>
      <p:sp>
        <p:nvSpPr>
          <p:cNvPr id="178" name="Google Shape;178;p31"/>
          <p:cNvSpPr txBox="1">
            <a:spLocks noGrp="1"/>
          </p:cNvSpPr>
          <p:nvPr>
            <p:ph type="subTitle" idx="3"/>
          </p:nvPr>
        </p:nvSpPr>
        <p:spPr>
          <a:xfrm>
            <a:off x="5951276" y="3064926"/>
            <a:ext cx="2479500" cy="3402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b="1">
                <a:solidFill>
                  <a:schemeClr val="accent1"/>
                </a:solidFill>
              </a:defRPr>
            </a:lvl1pPr>
            <a:lvl2pPr lvl="1" algn="r" rtl="0">
              <a:spcBef>
                <a:spcPts val="1600"/>
              </a:spcBef>
              <a:spcAft>
                <a:spcPts val="0"/>
              </a:spcAft>
              <a:buNone/>
              <a:defRPr b="1">
                <a:solidFill>
                  <a:schemeClr val="accent1"/>
                </a:solidFill>
              </a:defRPr>
            </a:lvl2pPr>
            <a:lvl3pPr lvl="2" algn="r" rtl="0">
              <a:spcBef>
                <a:spcPts val="1600"/>
              </a:spcBef>
              <a:spcAft>
                <a:spcPts val="0"/>
              </a:spcAft>
              <a:buNone/>
              <a:defRPr b="1">
                <a:solidFill>
                  <a:schemeClr val="accent1"/>
                </a:solidFill>
              </a:defRPr>
            </a:lvl3pPr>
            <a:lvl4pPr lvl="3" algn="r" rtl="0">
              <a:spcBef>
                <a:spcPts val="1600"/>
              </a:spcBef>
              <a:spcAft>
                <a:spcPts val="0"/>
              </a:spcAft>
              <a:buNone/>
              <a:defRPr b="1">
                <a:solidFill>
                  <a:schemeClr val="accent1"/>
                </a:solidFill>
              </a:defRPr>
            </a:lvl4pPr>
            <a:lvl5pPr lvl="4" algn="r" rtl="0">
              <a:spcBef>
                <a:spcPts val="1600"/>
              </a:spcBef>
              <a:spcAft>
                <a:spcPts val="0"/>
              </a:spcAft>
              <a:buNone/>
              <a:defRPr b="1">
                <a:solidFill>
                  <a:schemeClr val="accent1"/>
                </a:solidFill>
              </a:defRPr>
            </a:lvl5pPr>
            <a:lvl6pPr lvl="5" algn="r" rtl="0">
              <a:spcBef>
                <a:spcPts val="1600"/>
              </a:spcBef>
              <a:spcAft>
                <a:spcPts val="0"/>
              </a:spcAft>
              <a:buNone/>
              <a:defRPr b="1">
                <a:solidFill>
                  <a:schemeClr val="accent1"/>
                </a:solidFill>
              </a:defRPr>
            </a:lvl6pPr>
            <a:lvl7pPr lvl="6" algn="r" rtl="0">
              <a:spcBef>
                <a:spcPts val="1600"/>
              </a:spcBef>
              <a:spcAft>
                <a:spcPts val="0"/>
              </a:spcAft>
              <a:buNone/>
              <a:defRPr b="1">
                <a:solidFill>
                  <a:schemeClr val="accent1"/>
                </a:solidFill>
              </a:defRPr>
            </a:lvl7pPr>
            <a:lvl8pPr lvl="7" algn="r" rtl="0">
              <a:spcBef>
                <a:spcPts val="1600"/>
              </a:spcBef>
              <a:spcAft>
                <a:spcPts val="0"/>
              </a:spcAft>
              <a:buNone/>
              <a:defRPr b="1">
                <a:solidFill>
                  <a:schemeClr val="accent1"/>
                </a:solidFill>
              </a:defRPr>
            </a:lvl8pPr>
            <a:lvl9pPr lvl="8" algn="r" rtl="0">
              <a:spcBef>
                <a:spcPts val="1600"/>
              </a:spcBef>
              <a:spcAft>
                <a:spcPts val="1600"/>
              </a:spcAft>
              <a:buNone/>
              <a:defRPr b="1">
                <a:solidFill>
                  <a:schemeClr val="accent1"/>
                </a:solidFill>
              </a:defRPr>
            </a:lvl9pPr>
          </a:lstStyle>
          <a:p>
            <a:endParaRPr/>
          </a:p>
        </p:txBody>
      </p:sp>
      <p:sp>
        <p:nvSpPr>
          <p:cNvPr id="179" name="Google Shape;179;p31"/>
          <p:cNvSpPr txBox="1">
            <a:spLocks noGrp="1"/>
          </p:cNvSpPr>
          <p:nvPr>
            <p:ph type="subTitle" idx="4"/>
          </p:nvPr>
        </p:nvSpPr>
        <p:spPr>
          <a:xfrm>
            <a:off x="5951276" y="3436049"/>
            <a:ext cx="2479500" cy="8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solidFill>
                  <a:schemeClr val="dk1"/>
                </a:solidFill>
              </a:defRPr>
            </a:lvl1pPr>
            <a:lvl2pPr lvl="1" algn="r" rtl="0">
              <a:lnSpc>
                <a:spcPct val="100000"/>
              </a:lnSpc>
              <a:spcBef>
                <a:spcPts val="0"/>
              </a:spcBef>
              <a:spcAft>
                <a:spcPts val="0"/>
              </a:spcAft>
              <a:buNone/>
              <a:defRPr sz="1400">
                <a:solidFill>
                  <a:schemeClr val="dk1"/>
                </a:solidFill>
              </a:defRPr>
            </a:lvl2pPr>
            <a:lvl3pPr lvl="2" algn="r" rtl="0">
              <a:lnSpc>
                <a:spcPct val="100000"/>
              </a:lnSpc>
              <a:spcBef>
                <a:spcPts val="0"/>
              </a:spcBef>
              <a:spcAft>
                <a:spcPts val="0"/>
              </a:spcAft>
              <a:buNone/>
              <a:defRPr sz="1400">
                <a:solidFill>
                  <a:schemeClr val="dk1"/>
                </a:solidFill>
              </a:defRPr>
            </a:lvl3pPr>
            <a:lvl4pPr lvl="3" algn="r" rtl="0">
              <a:lnSpc>
                <a:spcPct val="100000"/>
              </a:lnSpc>
              <a:spcBef>
                <a:spcPts val="0"/>
              </a:spcBef>
              <a:spcAft>
                <a:spcPts val="0"/>
              </a:spcAft>
              <a:buNone/>
              <a:defRPr sz="1400">
                <a:solidFill>
                  <a:schemeClr val="dk1"/>
                </a:solidFill>
              </a:defRPr>
            </a:lvl4pPr>
            <a:lvl5pPr lvl="4" algn="r" rtl="0">
              <a:lnSpc>
                <a:spcPct val="100000"/>
              </a:lnSpc>
              <a:spcBef>
                <a:spcPts val="0"/>
              </a:spcBef>
              <a:spcAft>
                <a:spcPts val="0"/>
              </a:spcAft>
              <a:buNone/>
              <a:defRPr sz="1400">
                <a:solidFill>
                  <a:schemeClr val="dk1"/>
                </a:solidFill>
              </a:defRPr>
            </a:lvl5pPr>
            <a:lvl6pPr lvl="5" algn="r" rtl="0">
              <a:lnSpc>
                <a:spcPct val="100000"/>
              </a:lnSpc>
              <a:spcBef>
                <a:spcPts val="0"/>
              </a:spcBef>
              <a:spcAft>
                <a:spcPts val="0"/>
              </a:spcAft>
              <a:buNone/>
              <a:defRPr sz="1400">
                <a:solidFill>
                  <a:schemeClr val="dk1"/>
                </a:solidFill>
              </a:defRPr>
            </a:lvl6pPr>
            <a:lvl7pPr lvl="6" algn="r" rtl="0">
              <a:lnSpc>
                <a:spcPct val="100000"/>
              </a:lnSpc>
              <a:spcBef>
                <a:spcPts val="0"/>
              </a:spcBef>
              <a:spcAft>
                <a:spcPts val="0"/>
              </a:spcAft>
              <a:buNone/>
              <a:defRPr sz="1400">
                <a:solidFill>
                  <a:schemeClr val="dk1"/>
                </a:solidFill>
              </a:defRPr>
            </a:lvl7pPr>
            <a:lvl8pPr lvl="7" algn="r" rtl="0">
              <a:lnSpc>
                <a:spcPct val="100000"/>
              </a:lnSpc>
              <a:spcBef>
                <a:spcPts val="0"/>
              </a:spcBef>
              <a:spcAft>
                <a:spcPts val="0"/>
              </a:spcAft>
              <a:buNone/>
              <a:defRPr sz="1400">
                <a:solidFill>
                  <a:schemeClr val="dk1"/>
                </a:solidFill>
              </a:defRPr>
            </a:lvl8pPr>
            <a:lvl9pPr lvl="8" algn="r" rtl="0">
              <a:lnSpc>
                <a:spcPct val="100000"/>
              </a:lnSpc>
              <a:spcBef>
                <a:spcPts val="0"/>
              </a:spcBef>
              <a:spcAft>
                <a:spcPts val="0"/>
              </a:spcAft>
              <a:buNone/>
              <a:defRPr sz="1400">
                <a:solidFill>
                  <a:schemeClr val="dk1"/>
                </a:solidFill>
              </a:defRPr>
            </a:lvl9pPr>
          </a:lstStyle>
          <a:p>
            <a:endParaRPr/>
          </a:p>
        </p:txBody>
      </p:sp>
      <p:sp>
        <p:nvSpPr>
          <p:cNvPr id="180" name="Google Shape;180;p31"/>
          <p:cNvSpPr txBox="1">
            <a:spLocks noGrp="1"/>
          </p:cNvSpPr>
          <p:nvPr>
            <p:ph type="subTitle" idx="5"/>
          </p:nvPr>
        </p:nvSpPr>
        <p:spPr>
          <a:xfrm>
            <a:off x="3156090" y="1570850"/>
            <a:ext cx="2479500" cy="423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b="1">
                <a:solidFill>
                  <a:schemeClr val="accent1"/>
                </a:solidFill>
              </a:defRPr>
            </a:lvl1pPr>
            <a:lvl2pPr lvl="1" algn="r" rtl="0">
              <a:spcBef>
                <a:spcPts val="1600"/>
              </a:spcBef>
              <a:spcAft>
                <a:spcPts val="0"/>
              </a:spcAft>
              <a:buNone/>
              <a:defRPr b="1">
                <a:solidFill>
                  <a:schemeClr val="accent1"/>
                </a:solidFill>
              </a:defRPr>
            </a:lvl2pPr>
            <a:lvl3pPr lvl="2" algn="r" rtl="0">
              <a:spcBef>
                <a:spcPts val="1600"/>
              </a:spcBef>
              <a:spcAft>
                <a:spcPts val="0"/>
              </a:spcAft>
              <a:buNone/>
              <a:defRPr b="1">
                <a:solidFill>
                  <a:schemeClr val="accent1"/>
                </a:solidFill>
              </a:defRPr>
            </a:lvl3pPr>
            <a:lvl4pPr lvl="3" algn="r" rtl="0">
              <a:spcBef>
                <a:spcPts val="1600"/>
              </a:spcBef>
              <a:spcAft>
                <a:spcPts val="0"/>
              </a:spcAft>
              <a:buNone/>
              <a:defRPr b="1">
                <a:solidFill>
                  <a:schemeClr val="accent1"/>
                </a:solidFill>
              </a:defRPr>
            </a:lvl4pPr>
            <a:lvl5pPr lvl="4" algn="r" rtl="0">
              <a:spcBef>
                <a:spcPts val="1600"/>
              </a:spcBef>
              <a:spcAft>
                <a:spcPts val="0"/>
              </a:spcAft>
              <a:buNone/>
              <a:defRPr b="1">
                <a:solidFill>
                  <a:schemeClr val="accent1"/>
                </a:solidFill>
              </a:defRPr>
            </a:lvl5pPr>
            <a:lvl6pPr lvl="5" algn="r" rtl="0">
              <a:spcBef>
                <a:spcPts val="1600"/>
              </a:spcBef>
              <a:spcAft>
                <a:spcPts val="0"/>
              </a:spcAft>
              <a:buNone/>
              <a:defRPr b="1">
                <a:solidFill>
                  <a:schemeClr val="accent1"/>
                </a:solidFill>
              </a:defRPr>
            </a:lvl6pPr>
            <a:lvl7pPr lvl="6" algn="r" rtl="0">
              <a:spcBef>
                <a:spcPts val="1600"/>
              </a:spcBef>
              <a:spcAft>
                <a:spcPts val="0"/>
              </a:spcAft>
              <a:buNone/>
              <a:defRPr b="1">
                <a:solidFill>
                  <a:schemeClr val="accent1"/>
                </a:solidFill>
              </a:defRPr>
            </a:lvl7pPr>
            <a:lvl8pPr lvl="7" algn="r" rtl="0">
              <a:spcBef>
                <a:spcPts val="1600"/>
              </a:spcBef>
              <a:spcAft>
                <a:spcPts val="0"/>
              </a:spcAft>
              <a:buNone/>
              <a:defRPr b="1">
                <a:solidFill>
                  <a:schemeClr val="accent1"/>
                </a:solidFill>
              </a:defRPr>
            </a:lvl8pPr>
            <a:lvl9pPr lvl="8" algn="r" rtl="0">
              <a:spcBef>
                <a:spcPts val="1600"/>
              </a:spcBef>
              <a:spcAft>
                <a:spcPts val="1600"/>
              </a:spcAft>
              <a:buNone/>
              <a:defRPr b="1">
                <a:solidFill>
                  <a:schemeClr val="accent1"/>
                </a:solidFill>
              </a:defRPr>
            </a:lvl9pPr>
          </a:lstStyle>
          <a:p>
            <a:endParaRPr/>
          </a:p>
        </p:txBody>
      </p:sp>
      <p:sp>
        <p:nvSpPr>
          <p:cNvPr id="181" name="Google Shape;181;p31"/>
          <p:cNvSpPr txBox="1">
            <a:spLocks noGrp="1"/>
          </p:cNvSpPr>
          <p:nvPr>
            <p:ph type="subTitle" idx="6"/>
          </p:nvPr>
        </p:nvSpPr>
        <p:spPr>
          <a:xfrm>
            <a:off x="3156036" y="1941975"/>
            <a:ext cx="2479500" cy="8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solidFill>
                  <a:schemeClr val="dk1"/>
                </a:solidFill>
              </a:defRPr>
            </a:lvl1pPr>
            <a:lvl2pPr lvl="1" algn="r" rtl="0">
              <a:lnSpc>
                <a:spcPct val="100000"/>
              </a:lnSpc>
              <a:spcBef>
                <a:spcPts val="0"/>
              </a:spcBef>
              <a:spcAft>
                <a:spcPts val="0"/>
              </a:spcAft>
              <a:buNone/>
              <a:defRPr sz="1400">
                <a:solidFill>
                  <a:schemeClr val="dk1"/>
                </a:solidFill>
              </a:defRPr>
            </a:lvl2pPr>
            <a:lvl3pPr lvl="2" algn="r" rtl="0">
              <a:lnSpc>
                <a:spcPct val="100000"/>
              </a:lnSpc>
              <a:spcBef>
                <a:spcPts val="0"/>
              </a:spcBef>
              <a:spcAft>
                <a:spcPts val="0"/>
              </a:spcAft>
              <a:buNone/>
              <a:defRPr sz="1400">
                <a:solidFill>
                  <a:schemeClr val="dk1"/>
                </a:solidFill>
              </a:defRPr>
            </a:lvl3pPr>
            <a:lvl4pPr lvl="3" algn="r" rtl="0">
              <a:lnSpc>
                <a:spcPct val="100000"/>
              </a:lnSpc>
              <a:spcBef>
                <a:spcPts val="0"/>
              </a:spcBef>
              <a:spcAft>
                <a:spcPts val="0"/>
              </a:spcAft>
              <a:buNone/>
              <a:defRPr sz="1400">
                <a:solidFill>
                  <a:schemeClr val="dk1"/>
                </a:solidFill>
              </a:defRPr>
            </a:lvl4pPr>
            <a:lvl5pPr lvl="4" algn="r" rtl="0">
              <a:lnSpc>
                <a:spcPct val="100000"/>
              </a:lnSpc>
              <a:spcBef>
                <a:spcPts val="0"/>
              </a:spcBef>
              <a:spcAft>
                <a:spcPts val="0"/>
              </a:spcAft>
              <a:buNone/>
              <a:defRPr sz="1400">
                <a:solidFill>
                  <a:schemeClr val="dk1"/>
                </a:solidFill>
              </a:defRPr>
            </a:lvl5pPr>
            <a:lvl6pPr lvl="5" algn="r" rtl="0">
              <a:lnSpc>
                <a:spcPct val="100000"/>
              </a:lnSpc>
              <a:spcBef>
                <a:spcPts val="0"/>
              </a:spcBef>
              <a:spcAft>
                <a:spcPts val="0"/>
              </a:spcAft>
              <a:buNone/>
              <a:defRPr sz="1400">
                <a:solidFill>
                  <a:schemeClr val="dk1"/>
                </a:solidFill>
              </a:defRPr>
            </a:lvl6pPr>
            <a:lvl7pPr lvl="6" algn="r" rtl="0">
              <a:lnSpc>
                <a:spcPct val="100000"/>
              </a:lnSpc>
              <a:spcBef>
                <a:spcPts val="0"/>
              </a:spcBef>
              <a:spcAft>
                <a:spcPts val="0"/>
              </a:spcAft>
              <a:buNone/>
              <a:defRPr sz="1400">
                <a:solidFill>
                  <a:schemeClr val="dk1"/>
                </a:solidFill>
              </a:defRPr>
            </a:lvl7pPr>
            <a:lvl8pPr lvl="7" algn="r" rtl="0">
              <a:lnSpc>
                <a:spcPct val="100000"/>
              </a:lnSpc>
              <a:spcBef>
                <a:spcPts val="0"/>
              </a:spcBef>
              <a:spcAft>
                <a:spcPts val="0"/>
              </a:spcAft>
              <a:buNone/>
              <a:defRPr sz="1400">
                <a:solidFill>
                  <a:schemeClr val="dk1"/>
                </a:solidFill>
              </a:defRPr>
            </a:lvl8pPr>
            <a:lvl9pPr lvl="8" algn="r" rtl="0">
              <a:lnSpc>
                <a:spcPct val="100000"/>
              </a:lnSpc>
              <a:spcBef>
                <a:spcPts val="0"/>
              </a:spcBef>
              <a:spcAft>
                <a:spcPts val="0"/>
              </a:spcAft>
              <a:buNone/>
              <a:defRPr sz="1400">
                <a:solidFill>
                  <a:schemeClr val="dk1"/>
                </a:solidFill>
              </a:defRPr>
            </a:lvl9pPr>
          </a:lstStyle>
          <a:p>
            <a:endParaRPr/>
          </a:p>
        </p:txBody>
      </p:sp>
      <p:sp>
        <p:nvSpPr>
          <p:cNvPr id="182" name="Google Shape;182;p31"/>
          <p:cNvSpPr txBox="1">
            <a:spLocks noGrp="1"/>
          </p:cNvSpPr>
          <p:nvPr>
            <p:ph type="subTitle" idx="7"/>
          </p:nvPr>
        </p:nvSpPr>
        <p:spPr>
          <a:xfrm>
            <a:off x="3156026" y="3064926"/>
            <a:ext cx="2479500" cy="3402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b="1">
                <a:solidFill>
                  <a:schemeClr val="accent1"/>
                </a:solidFill>
              </a:defRPr>
            </a:lvl1pPr>
            <a:lvl2pPr lvl="1" algn="r" rtl="0">
              <a:spcBef>
                <a:spcPts val="1600"/>
              </a:spcBef>
              <a:spcAft>
                <a:spcPts val="0"/>
              </a:spcAft>
              <a:buNone/>
              <a:defRPr b="1">
                <a:solidFill>
                  <a:schemeClr val="accent1"/>
                </a:solidFill>
              </a:defRPr>
            </a:lvl2pPr>
            <a:lvl3pPr lvl="2" algn="r" rtl="0">
              <a:spcBef>
                <a:spcPts val="1600"/>
              </a:spcBef>
              <a:spcAft>
                <a:spcPts val="0"/>
              </a:spcAft>
              <a:buNone/>
              <a:defRPr b="1">
                <a:solidFill>
                  <a:schemeClr val="accent1"/>
                </a:solidFill>
              </a:defRPr>
            </a:lvl3pPr>
            <a:lvl4pPr lvl="3" algn="r" rtl="0">
              <a:spcBef>
                <a:spcPts val="1600"/>
              </a:spcBef>
              <a:spcAft>
                <a:spcPts val="0"/>
              </a:spcAft>
              <a:buNone/>
              <a:defRPr b="1">
                <a:solidFill>
                  <a:schemeClr val="accent1"/>
                </a:solidFill>
              </a:defRPr>
            </a:lvl4pPr>
            <a:lvl5pPr lvl="4" algn="r" rtl="0">
              <a:spcBef>
                <a:spcPts val="1600"/>
              </a:spcBef>
              <a:spcAft>
                <a:spcPts val="0"/>
              </a:spcAft>
              <a:buNone/>
              <a:defRPr b="1">
                <a:solidFill>
                  <a:schemeClr val="accent1"/>
                </a:solidFill>
              </a:defRPr>
            </a:lvl5pPr>
            <a:lvl6pPr lvl="5" algn="r" rtl="0">
              <a:spcBef>
                <a:spcPts val="1600"/>
              </a:spcBef>
              <a:spcAft>
                <a:spcPts val="0"/>
              </a:spcAft>
              <a:buNone/>
              <a:defRPr b="1">
                <a:solidFill>
                  <a:schemeClr val="accent1"/>
                </a:solidFill>
              </a:defRPr>
            </a:lvl6pPr>
            <a:lvl7pPr lvl="6" algn="r" rtl="0">
              <a:spcBef>
                <a:spcPts val="1600"/>
              </a:spcBef>
              <a:spcAft>
                <a:spcPts val="0"/>
              </a:spcAft>
              <a:buNone/>
              <a:defRPr b="1">
                <a:solidFill>
                  <a:schemeClr val="accent1"/>
                </a:solidFill>
              </a:defRPr>
            </a:lvl7pPr>
            <a:lvl8pPr lvl="7" algn="r" rtl="0">
              <a:spcBef>
                <a:spcPts val="1600"/>
              </a:spcBef>
              <a:spcAft>
                <a:spcPts val="0"/>
              </a:spcAft>
              <a:buNone/>
              <a:defRPr b="1">
                <a:solidFill>
                  <a:schemeClr val="accent1"/>
                </a:solidFill>
              </a:defRPr>
            </a:lvl8pPr>
            <a:lvl9pPr lvl="8" algn="r" rtl="0">
              <a:spcBef>
                <a:spcPts val="1600"/>
              </a:spcBef>
              <a:spcAft>
                <a:spcPts val="1600"/>
              </a:spcAft>
              <a:buNone/>
              <a:defRPr b="1">
                <a:solidFill>
                  <a:schemeClr val="accent1"/>
                </a:solidFill>
              </a:defRPr>
            </a:lvl9pPr>
          </a:lstStyle>
          <a:p>
            <a:endParaRPr/>
          </a:p>
        </p:txBody>
      </p:sp>
      <p:sp>
        <p:nvSpPr>
          <p:cNvPr id="183" name="Google Shape;183;p31"/>
          <p:cNvSpPr txBox="1">
            <a:spLocks noGrp="1"/>
          </p:cNvSpPr>
          <p:nvPr>
            <p:ph type="subTitle" idx="8"/>
          </p:nvPr>
        </p:nvSpPr>
        <p:spPr>
          <a:xfrm>
            <a:off x="3155976" y="3436049"/>
            <a:ext cx="2479500" cy="8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400">
                <a:solidFill>
                  <a:schemeClr val="dk1"/>
                </a:solidFill>
              </a:defRPr>
            </a:lvl1pPr>
            <a:lvl2pPr lvl="1" algn="r" rtl="0">
              <a:lnSpc>
                <a:spcPct val="100000"/>
              </a:lnSpc>
              <a:spcBef>
                <a:spcPts val="1600"/>
              </a:spcBef>
              <a:spcAft>
                <a:spcPts val="0"/>
              </a:spcAft>
              <a:buNone/>
              <a:defRPr sz="1400">
                <a:solidFill>
                  <a:schemeClr val="dk1"/>
                </a:solidFill>
              </a:defRPr>
            </a:lvl2pPr>
            <a:lvl3pPr lvl="2" algn="r" rtl="0">
              <a:lnSpc>
                <a:spcPct val="100000"/>
              </a:lnSpc>
              <a:spcBef>
                <a:spcPts val="1600"/>
              </a:spcBef>
              <a:spcAft>
                <a:spcPts val="0"/>
              </a:spcAft>
              <a:buNone/>
              <a:defRPr sz="1400">
                <a:solidFill>
                  <a:schemeClr val="dk1"/>
                </a:solidFill>
              </a:defRPr>
            </a:lvl3pPr>
            <a:lvl4pPr lvl="3" algn="r" rtl="0">
              <a:lnSpc>
                <a:spcPct val="100000"/>
              </a:lnSpc>
              <a:spcBef>
                <a:spcPts val="1600"/>
              </a:spcBef>
              <a:spcAft>
                <a:spcPts val="0"/>
              </a:spcAft>
              <a:buNone/>
              <a:defRPr sz="1400">
                <a:solidFill>
                  <a:schemeClr val="dk1"/>
                </a:solidFill>
              </a:defRPr>
            </a:lvl4pPr>
            <a:lvl5pPr lvl="4" algn="r" rtl="0">
              <a:lnSpc>
                <a:spcPct val="100000"/>
              </a:lnSpc>
              <a:spcBef>
                <a:spcPts val="1600"/>
              </a:spcBef>
              <a:spcAft>
                <a:spcPts val="0"/>
              </a:spcAft>
              <a:buNone/>
              <a:defRPr sz="1400">
                <a:solidFill>
                  <a:schemeClr val="dk1"/>
                </a:solidFill>
              </a:defRPr>
            </a:lvl5pPr>
            <a:lvl6pPr lvl="5" algn="r" rtl="0">
              <a:lnSpc>
                <a:spcPct val="100000"/>
              </a:lnSpc>
              <a:spcBef>
                <a:spcPts val="1600"/>
              </a:spcBef>
              <a:spcAft>
                <a:spcPts val="0"/>
              </a:spcAft>
              <a:buNone/>
              <a:defRPr sz="1400">
                <a:solidFill>
                  <a:schemeClr val="dk1"/>
                </a:solidFill>
              </a:defRPr>
            </a:lvl6pPr>
            <a:lvl7pPr lvl="6" algn="r" rtl="0">
              <a:lnSpc>
                <a:spcPct val="100000"/>
              </a:lnSpc>
              <a:spcBef>
                <a:spcPts val="1600"/>
              </a:spcBef>
              <a:spcAft>
                <a:spcPts val="0"/>
              </a:spcAft>
              <a:buNone/>
              <a:defRPr sz="1400">
                <a:solidFill>
                  <a:schemeClr val="dk1"/>
                </a:solidFill>
              </a:defRPr>
            </a:lvl7pPr>
            <a:lvl8pPr lvl="7" algn="r" rtl="0">
              <a:lnSpc>
                <a:spcPct val="100000"/>
              </a:lnSpc>
              <a:spcBef>
                <a:spcPts val="1600"/>
              </a:spcBef>
              <a:spcAft>
                <a:spcPts val="0"/>
              </a:spcAft>
              <a:buNone/>
              <a:defRPr sz="1400">
                <a:solidFill>
                  <a:schemeClr val="dk1"/>
                </a:solidFill>
              </a:defRPr>
            </a:lvl8pPr>
            <a:lvl9pPr lvl="8" algn="r" rtl="0">
              <a:lnSpc>
                <a:spcPct val="100000"/>
              </a:lnSpc>
              <a:spcBef>
                <a:spcPts val="1600"/>
              </a:spcBef>
              <a:spcAft>
                <a:spcPts val="1600"/>
              </a:spcAft>
              <a:buNone/>
              <a:defRPr sz="1400">
                <a:solidFill>
                  <a:schemeClr val="dk1"/>
                </a:solidFill>
              </a:defRPr>
            </a:lvl9pPr>
          </a:lstStyle>
          <a:p>
            <a:endParaRPr/>
          </a:p>
        </p:txBody>
      </p:sp>
      <p:sp>
        <p:nvSpPr>
          <p:cNvPr id="184" name="Google Shape;184;p31"/>
          <p:cNvSpPr txBox="1">
            <a:spLocks noGrp="1"/>
          </p:cNvSpPr>
          <p:nvPr>
            <p:ph type="title"/>
          </p:nvPr>
        </p:nvSpPr>
        <p:spPr>
          <a:xfrm>
            <a:off x="717800" y="383175"/>
            <a:ext cx="77082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185" name="Google Shape;185;p31"/>
          <p:cNvSpPr/>
          <p:nvPr/>
        </p:nvSpPr>
        <p:spPr>
          <a:xfrm rot="10800000">
            <a:off x="0" y="257175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1"/>
          <p:cNvSpPr/>
          <p:nvPr/>
        </p:nvSpPr>
        <p:spPr>
          <a:xfrm rot="10800000">
            <a:off x="1216200" y="1061825"/>
            <a:ext cx="1216200" cy="1509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1">
  <p:cSld name="CUSTOM_6">
    <p:spTree>
      <p:nvGrpSpPr>
        <p:cNvPr id="1" name="Shape 188"/>
        <p:cNvGrpSpPr/>
        <p:nvPr/>
      </p:nvGrpSpPr>
      <p:grpSpPr>
        <a:xfrm>
          <a:off x="0" y="0"/>
          <a:ext cx="0" cy="0"/>
          <a:chOff x="0" y="0"/>
          <a:chExt cx="0" cy="0"/>
        </a:xfrm>
      </p:grpSpPr>
      <p:sp>
        <p:nvSpPr>
          <p:cNvPr id="189" name="Google Shape;189;p32"/>
          <p:cNvSpPr txBox="1">
            <a:spLocks noGrp="1"/>
          </p:cNvSpPr>
          <p:nvPr>
            <p:ph type="title"/>
          </p:nvPr>
        </p:nvSpPr>
        <p:spPr>
          <a:xfrm>
            <a:off x="3984975" y="1495800"/>
            <a:ext cx="4055400" cy="7230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0" name="Google Shape;190;p32"/>
          <p:cNvSpPr txBox="1">
            <a:spLocks noGrp="1"/>
          </p:cNvSpPr>
          <p:nvPr>
            <p:ph type="subTitle" idx="1"/>
          </p:nvPr>
        </p:nvSpPr>
        <p:spPr>
          <a:xfrm>
            <a:off x="3994375" y="2142600"/>
            <a:ext cx="4055400" cy="1505100"/>
          </a:xfrm>
          <a:prstGeom prst="rect">
            <a:avLst/>
          </a:prstGeom>
        </p:spPr>
        <p:txBody>
          <a:bodyPr spcFirstLastPara="1" wrap="square" lIns="91425" tIns="91425" rIns="91425" bIns="91425" anchor="t" anchorCtr="0">
            <a:noAutofit/>
          </a:bodyPr>
          <a:lstStyle>
            <a:lvl1pPr lvl="0" algn="r">
              <a:spcBef>
                <a:spcPts val="0"/>
              </a:spcBef>
              <a:spcAft>
                <a:spcPts val="0"/>
              </a:spcAft>
              <a:buClr>
                <a:schemeClr val="dk1"/>
              </a:buClr>
              <a:buSzPts val="1400"/>
              <a:buNone/>
              <a:defRPr sz="14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91" name="Google Shape;191;p32"/>
          <p:cNvSpPr/>
          <p:nvPr/>
        </p:nvSpPr>
        <p:spPr>
          <a:xfrm rot="10800000" flipH="1">
            <a:off x="0" y="2571825"/>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2"/>
          <p:cNvSpPr/>
          <p:nvPr/>
        </p:nvSpPr>
        <p:spPr>
          <a:xfrm rot="10800000" flipH="1">
            <a:off x="1219200" y="1247175"/>
            <a:ext cx="1216200" cy="1324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2">
  <p:cSld name="CUSTOM_10">
    <p:spTree>
      <p:nvGrpSpPr>
        <p:cNvPr id="1" name="Shape 194"/>
        <p:cNvGrpSpPr/>
        <p:nvPr/>
      </p:nvGrpSpPr>
      <p:grpSpPr>
        <a:xfrm>
          <a:off x="0" y="0"/>
          <a:ext cx="0" cy="0"/>
          <a:chOff x="0" y="0"/>
          <a:chExt cx="0" cy="0"/>
        </a:xfrm>
      </p:grpSpPr>
      <p:sp>
        <p:nvSpPr>
          <p:cNvPr id="195" name="Google Shape;195;p33"/>
          <p:cNvSpPr txBox="1">
            <a:spLocks noGrp="1"/>
          </p:cNvSpPr>
          <p:nvPr>
            <p:ph type="title"/>
          </p:nvPr>
        </p:nvSpPr>
        <p:spPr>
          <a:xfrm>
            <a:off x="3730075" y="1631700"/>
            <a:ext cx="4700700" cy="10902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1"/>
              </a:buClr>
              <a:buSzPts val="2800"/>
              <a:buNone/>
              <a:defRPr sz="3000">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6" name="Google Shape;196;p33"/>
          <p:cNvSpPr txBox="1">
            <a:spLocks noGrp="1"/>
          </p:cNvSpPr>
          <p:nvPr>
            <p:ph type="subTitle" idx="1"/>
          </p:nvPr>
        </p:nvSpPr>
        <p:spPr>
          <a:xfrm>
            <a:off x="3730075" y="2726700"/>
            <a:ext cx="4700700" cy="8613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1"/>
              </a:buClr>
              <a:buSzPts val="1400"/>
              <a:buNone/>
              <a:defRPr sz="14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97" name="Google Shape;197;p33"/>
          <p:cNvSpPr/>
          <p:nvPr/>
        </p:nvSpPr>
        <p:spPr>
          <a:xfrm rot="10800000" flipH="1">
            <a:off x="2110925" y="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3"/>
          <p:cNvSpPr/>
          <p:nvPr/>
        </p:nvSpPr>
        <p:spPr>
          <a:xfrm rot="10800000" flipH="1">
            <a:off x="0" y="257175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1">
  <p:cSld name="CUSTOM_4">
    <p:spTree>
      <p:nvGrpSpPr>
        <p:cNvPr id="1" name="Shape 200"/>
        <p:cNvGrpSpPr/>
        <p:nvPr/>
      </p:nvGrpSpPr>
      <p:grpSpPr>
        <a:xfrm>
          <a:off x="0" y="0"/>
          <a:ext cx="0" cy="0"/>
          <a:chOff x="0" y="0"/>
          <a:chExt cx="0" cy="0"/>
        </a:xfrm>
      </p:grpSpPr>
      <p:sp>
        <p:nvSpPr>
          <p:cNvPr id="201" name="Google Shape;201;p34"/>
          <p:cNvSpPr txBox="1">
            <a:spLocks noGrp="1"/>
          </p:cNvSpPr>
          <p:nvPr>
            <p:ph type="title"/>
          </p:nvPr>
        </p:nvSpPr>
        <p:spPr>
          <a:xfrm>
            <a:off x="717800" y="383175"/>
            <a:ext cx="7708200" cy="936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2" name="Google Shape;202;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2">
  <p:cSld name="CUSTOM_7">
    <p:spTree>
      <p:nvGrpSpPr>
        <p:cNvPr id="1" name="Shape 203"/>
        <p:cNvGrpSpPr/>
        <p:nvPr/>
      </p:nvGrpSpPr>
      <p:grpSpPr>
        <a:xfrm>
          <a:off x="0" y="0"/>
          <a:ext cx="0" cy="0"/>
          <a:chOff x="0" y="0"/>
          <a:chExt cx="0" cy="0"/>
        </a:xfrm>
      </p:grpSpPr>
      <p:sp>
        <p:nvSpPr>
          <p:cNvPr id="204" name="Google Shape;204;p35"/>
          <p:cNvSpPr txBox="1">
            <a:spLocks noGrp="1"/>
          </p:cNvSpPr>
          <p:nvPr>
            <p:ph type="title"/>
          </p:nvPr>
        </p:nvSpPr>
        <p:spPr>
          <a:xfrm>
            <a:off x="717800" y="383175"/>
            <a:ext cx="7708200" cy="936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5" name="Google Shape;205;p35"/>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5"/>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208"/>
        <p:cNvGrpSpPr/>
        <p:nvPr/>
      </p:nvGrpSpPr>
      <p:grpSpPr>
        <a:xfrm>
          <a:off x="0" y="0"/>
          <a:ext cx="0" cy="0"/>
          <a:chOff x="0" y="0"/>
          <a:chExt cx="0" cy="0"/>
        </a:xfrm>
      </p:grpSpPr>
      <p:sp>
        <p:nvSpPr>
          <p:cNvPr id="209" name="Google Shape;209;p36"/>
          <p:cNvSpPr txBox="1">
            <a:spLocks noGrp="1"/>
          </p:cNvSpPr>
          <p:nvPr>
            <p:ph type="title"/>
          </p:nvPr>
        </p:nvSpPr>
        <p:spPr>
          <a:xfrm>
            <a:off x="717800" y="383175"/>
            <a:ext cx="7708200" cy="740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10" name="Google Shape;210;p36"/>
          <p:cNvSpPr txBox="1">
            <a:spLocks noGrp="1"/>
          </p:cNvSpPr>
          <p:nvPr>
            <p:ph type="subTitle" idx="1"/>
          </p:nvPr>
        </p:nvSpPr>
        <p:spPr>
          <a:xfrm>
            <a:off x="717800" y="1255775"/>
            <a:ext cx="4631700" cy="3398100"/>
          </a:xfrm>
          <a:prstGeom prst="rect">
            <a:avLst/>
          </a:prstGeom>
        </p:spPr>
        <p:txBody>
          <a:bodyPr spcFirstLastPara="1" wrap="square" lIns="91425" tIns="91425" rIns="91425" bIns="91425" anchor="t" anchorCtr="0">
            <a:noAutofit/>
          </a:bodyPr>
          <a:lstStyle>
            <a:lvl1pPr lvl="0">
              <a:spcBef>
                <a:spcPts val="0"/>
              </a:spcBef>
              <a:spcAft>
                <a:spcPts val="0"/>
              </a:spcAft>
              <a:buSzPts val="1400"/>
              <a:buChar char="●"/>
              <a:defRPr sz="1400">
                <a:solidFill>
                  <a:schemeClr val="dk1"/>
                </a:solidFill>
              </a:defRPr>
            </a:lvl1pPr>
            <a:lvl2pPr lvl="1">
              <a:spcBef>
                <a:spcPts val="1600"/>
              </a:spcBef>
              <a:spcAft>
                <a:spcPts val="0"/>
              </a:spcAft>
              <a:buSzPts val="1400"/>
              <a:buChar char="○"/>
              <a:defRPr/>
            </a:lvl2pPr>
            <a:lvl3pPr lvl="2">
              <a:spcBef>
                <a:spcPts val="1600"/>
              </a:spcBef>
              <a:spcAft>
                <a:spcPts val="0"/>
              </a:spcAft>
              <a:buSzPts val="1400"/>
              <a:buChar char="■"/>
              <a:defRPr/>
            </a:lvl3pPr>
            <a:lvl4pPr lvl="3">
              <a:spcBef>
                <a:spcPts val="1600"/>
              </a:spcBef>
              <a:spcAft>
                <a:spcPts val="0"/>
              </a:spcAft>
              <a:buSzPts val="1400"/>
              <a:buChar char="●"/>
              <a:defRPr/>
            </a:lvl4pPr>
            <a:lvl5pPr lvl="4">
              <a:spcBef>
                <a:spcPts val="1600"/>
              </a:spcBef>
              <a:spcAft>
                <a:spcPts val="0"/>
              </a:spcAft>
              <a:buSzPts val="1400"/>
              <a:buChar char="○"/>
              <a:defRPr/>
            </a:lvl5pPr>
            <a:lvl6pPr lvl="5">
              <a:spcBef>
                <a:spcPts val="1600"/>
              </a:spcBef>
              <a:spcAft>
                <a:spcPts val="0"/>
              </a:spcAft>
              <a:buSzPts val="1400"/>
              <a:buChar char="■"/>
              <a:defRPr/>
            </a:lvl6pPr>
            <a:lvl7pPr lvl="6">
              <a:spcBef>
                <a:spcPts val="1600"/>
              </a:spcBef>
              <a:spcAft>
                <a:spcPts val="0"/>
              </a:spcAft>
              <a:buSzPts val="1400"/>
              <a:buChar char="●"/>
              <a:defRPr/>
            </a:lvl7pPr>
            <a:lvl8pPr lvl="7">
              <a:spcBef>
                <a:spcPts val="1600"/>
              </a:spcBef>
              <a:spcAft>
                <a:spcPts val="0"/>
              </a:spcAft>
              <a:buSzPts val="1400"/>
              <a:buChar char="○"/>
              <a:defRPr/>
            </a:lvl8pPr>
            <a:lvl9pPr lvl="8">
              <a:spcBef>
                <a:spcPts val="1600"/>
              </a:spcBef>
              <a:spcAft>
                <a:spcPts val="1600"/>
              </a:spcAft>
              <a:buSzPts val="1400"/>
              <a:buChar char="■"/>
              <a:defRPr/>
            </a:lvl9pPr>
          </a:lstStyle>
          <a:p>
            <a:endParaRPr/>
          </a:p>
        </p:txBody>
      </p:sp>
      <p:sp>
        <p:nvSpPr>
          <p:cNvPr id="211" name="Google Shape;211;p36"/>
          <p:cNvSpPr/>
          <p:nvPr/>
        </p:nvSpPr>
        <p:spPr>
          <a:xfrm>
            <a:off x="7927800" y="257160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Numbers and text">
  <p:cSld name="CUSTOM_11">
    <p:spTree>
      <p:nvGrpSpPr>
        <p:cNvPr id="1" name="Shape 213"/>
        <p:cNvGrpSpPr/>
        <p:nvPr/>
      </p:nvGrpSpPr>
      <p:grpSpPr>
        <a:xfrm>
          <a:off x="0" y="0"/>
          <a:ext cx="0" cy="0"/>
          <a:chOff x="0" y="0"/>
          <a:chExt cx="0" cy="0"/>
        </a:xfrm>
      </p:grpSpPr>
      <p:sp>
        <p:nvSpPr>
          <p:cNvPr id="214" name="Google Shape;214;p37"/>
          <p:cNvSpPr txBox="1">
            <a:spLocks noGrp="1"/>
          </p:cNvSpPr>
          <p:nvPr>
            <p:ph type="title" hasCustomPrompt="1"/>
          </p:nvPr>
        </p:nvSpPr>
        <p:spPr>
          <a:xfrm>
            <a:off x="750975" y="2819150"/>
            <a:ext cx="2164200" cy="647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3000">
                <a:solidFill>
                  <a:schemeClr val="dk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215" name="Google Shape;215;p37"/>
          <p:cNvSpPr txBox="1">
            <a:spLocks noGrp="1"/>
          </p:cNvSpPr>
          <p:nvPr>
            <p:ph type="subTitle" idx="1"/>
          </p:nvPr>
        </p:nvSpPr>
        <p:spPr>
          <a:xfrm>
            <a:off x="750975" y="3390050"/>
            <a:ext cx="2164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800"/>
              <a:buNone/>
              <a:defRPr sz="1400">
                <a:solidFill>
                  <a:schemeClr val="dk1"/>
                </a:solidFill>
              </a:defRPr>
            </a:lvl1pPr>
            <a:lvl2pPr lvl="1" algn="r" rtl="0">
              <a:spcBef>
                <a:spcPts val="1600"/>
              </a:spcBef>
              <a:spcAft>
                <a:spcPts val="0"/>
              </a:spcAft>
              <a:buClr>
                <a:schemeClr val="dk1"/>
              </a:buClr>
              <a:buSzPts val="2000"/>
              <a:buNone/>
              <a:defRPr sz="2000">
                <a:solidFill>
                  <a:schemeClr val="dk1"/>
                </a:solidFill>
              </a:defRPr>
            </a:lvl2pPr>
            <a:lvl3pPr lvl="2" algn="r" rtl="0">
              <a:spcBef>
                <a:spcPts val="1600"/>
              </a:spcBef>
              <a:spcAft>
                <a:spcPts val="0"/>
              </a:spcAft>
              <a:buClr>
                <a:schemeClr val="dk1"/>
              </a:buClr>
              <a:buSzPts val="2000"/>
              <a:buNone/>
              <a:defRPr sz="2000">
                <a:solidFill>
                  <a:schemeClr val="dk1"/>
                </a:solidFill>
              </a:defRPr>
            </a:lvl3pPr>
            <a:lvl4pPr lvl="3" algn="r" rtl="0">
              <a:spcBef>
                <a:spcPts val="1600"/>
              </a:spcBef>
              <a:spcAft>
                <a:spcPts val="0"/>
              </a:spcAft>
              <a:buClr>
                <a:schemeClr val="dk1"/>
              </a:buClr>
              <a:buSzPts val="2000"/>
              <a:buNone/>
              <a:defRPr sz="2000">
                <a:solidFill>
                  <a:schemeClr val="dk1"/>
                </a:solidFill>
              </a:defRPr>
            </a:lvl4pPr>
            <a:lvl5pPr lvl="4" algn="r" rtl="0">
              <a:spcBef>
                <a:spcPts val="1600"/>
              </a:spcBef>
              <a:spcAft>
                <a:spcPts val="0"/>
              </a:spcAft>
              <a:buClr>
                <a:schemeClr val="dk1"/>
              </a:buClr>
              <a:buSzPts val="2000"/>
              <a:buNone/>
              <a:defRPr sz="2000">
                <a:solidFill>
                  <a:schemeClr val="dk1"/>
                </a:solidFill>
              </a:defRPr>
            </a:lvl5pPr>
            <a:lvl6pPr lvl="5" algn="r" rtl="0">
              <a:spcBef>
                <a:spcPts val="1600"/>
              </a:spcBef>
              <a:spcAft>
                <a:spcPts val="0"/>
              </a:spcAft>
              <a:buClr>
                <a:schemeClr val="dk1"/>
              </a:buClr>
              <a:buSzPts val="2000"/>
              <a:buNone/>
              <a:defRPr sz="2000">
                <a:solidFill>
                  <a:schemeClr val="dk1"/>
                </a:solidFill>
              </a:defRPr>
            </a:lvl6pPr>
            <a:lvl7pPr lvl="6" algn="r" rtl="0">
              <a:spcBef>
                <a:spcPts val="1600"/>
              </a:spcBef>
              <a:spcAft>
                <a:spcPts val="0"/>
              </a:spcAft>
              <a:buClr>
                <a:schemeClr val="dk1"/>
              </a:buClr>
              <a:buSzPts val="2000"/>
              <a:buNone/>
              <a:defRPr sz="2000">
                <a:solidFill>
                  <a:schemeClr val="dk1"/>
                </a:solidFill>
              </a:defRPr>
            </a:lvl7pPr>
            <a:lvl8pPr lvl="7" algn="r" rtl="0">
              <a:spcBef>
                <a:spcPts val="1600"/>
              </a:spcBef>
              <a:spcAft>
                <a:spcPts val="0"/>
              </a:spcAft>
              <a:buClr>
                <a:schemeClr val="dk1"/>
              </a:buClr>
              <a:buSzPts val="2000"/>
              <a:buNone/>
              <a:defRPr sz="2000">
                <a:solidFill>
                  <a:schemeClr val="dk1"/>
                </a:solidFill>
              </a:defRPr>
            </a:lvl8pPr>
            <a:lvl9pPr lvl="8" algn="r" rtl="0">
              <a:spcBef>
                <a:spcPts val="1600"/>
              </a:spcBef>
              <a:spcAft>
                <a:spcPts val="1600"/>
              </a:spcAft>
              <a:buClr>
                <a:schemeClr val="dk1"/>
              </a:buClr>
              <a:buSzPts val="2000"/>
              <a:buNone/>
              <a:defRPr sz="2000">
                <a:solidFill>
                  <a:schemeClr val="dk1"/>
                </a:solidFill>
              </a:defRPr>
            </a:lvl9pPr>
          </a:lstStyle>
          <a:p>
            <a:endParaRPr/>
          </a:p>
        </p:txBody>
      </p:sp>
      <p:sp>
        <p:nvSpPr>
          <p:cNvPr id="216" name="Google Shape;216;p37"/>
          <p:cNvSpPr txBox="1">
            <a:spLocks noGrp="1"/>
          </p:cNvSpPr>
          <p:nvPr>
            <p:ph type="title" idx="2" hasCustomPrompt="1"/>
          </p:nvPr>
        </p:nvSpPr>
        <p:spPr>
          <a:xfrm>
            <a:off x="3508587" y="2819150"/>
            <a:ext cx="2164200" cy="647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3000">
                <a:solidFill>
                  <a:schemeClr val="dk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217" name="Google Shape;217;p37"/>
          <p:cNvSpPr txBox="1">
            <a:spLocks noGrp="1"/>
          </p:cNvSpPr>
          <p:nvPr>
            <p:ph type="subTitle" idx="3"/>
          </p:nvPr>
        </p:nvSpPr>
        <p:spPr>
          <a:xfrm>
            <a:off x="3508587" y="3390050"/>
            <a:ext cx="2164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800"/>
              <a:buNone/>
              <a:defRPr sz="1400">
                <a:solidFill>
                  <a:schemeClr val="dk1"/>
                </a:solidFill>
              </a:defRPr>
            </a:lvl1pPr>
            <a:lvl2pPr lvl="1" algn="r" rtl="0">
              <a:spcBef>
                <a:spcPts val="1600"/>
              </a:spcBef>
              <a:spcAft>
                <a:spcPts val="0"/>
              </a:spcAft>
              <a:buClr>
                <a:schemeClr val="dk1"/>
              </a:buClr>
              <a:buSzPts val="2000"/>
              <a:buNone/>
              <a:defRPr sz="2000">
                <a:solidFill>
                  <a:schemeClr val="dk1"/>
                </a:solidFill>
              </a:defRPr>
            </a:lvl2pPr>
            <a:lvl3pPr lvl="2" algn="r" rtl="0">
              <a:spcBef>
                <a:spcPts val="1600"/>
              </a:spcBef>
              <a:spcAft>
                <a:spcPts val="0"/>
              </a:spcAft>
              <a:buClr>
                <a:schemeClr val="dk1"/>
              </a:buClr>
              <a:buSzPts val="2000"/>
              <a:buNone/>
              <a:defRPr sz="2000">
                <a:solidFill>
                  <a:schemeClr val="dk1"/>
                </a:solidFill>
              </a:defRPr>
            </a:lvl3pPr>
            <a:lvl4pPr lvl="3" algn="r" rtl="0">
              <a:spcBef>
                <a:spcPts val="1600"/>
              </a:spcBef>
              <a:spcAft>
                <a:spcPts val="0"/>
              </a:spcAft>
              <a:buClr>
                <a:schemeClr val="dk1"/>
              </a:buClr>
              <a:buSzPts val="2000"/>
              <a:buNone/>
              <a:defRPr sz="2000">
                <a:solidFill>
                  <a:schemeClr val="dk1"/>
                </a:solidFill>
              </a:defRPr>
            </a:lvl4pPr>
            <a:lvl5pPr lvl="4" algn="r" rtl="0">
              <a:spcBef>
                <a:spcPts val="1600"/>
              </a:spcBef>
              <a:spcAft>
                <a:spcPts val="0"/>
              </a:spcAft>
              <a:buClr>
                <a:schemeClr val="dk1"/>
              </a:buClr>
              <a:buSzPts val="2000"/>
              <a:buNone/>
              <a:defRPr sz="2000">
                <a:solidFill>
                  <a:schemeClr val="dk1"/>
                </a:solidFill>
              </a:defRPr>
            </a:lvl5pPr>
            <a:lvl6pPr lvl="5" algn="r" rtl="0">
              <a:spcBef>
                <a:spcPts val="1600"/>
              </a:spcBef>
              <a:spcAft>
                <a:spcPts val="0"/>
              </a:spcAft>
              <a:buClr>
                <a:schemeClr val="dk1"/>
              </a:buClr>
              <a:buSzPts val="2000"/>
              <a:buNone/>
              <a:defRPr sz="2000">
                <a:solidFill>
                  <a:schemeClr val="dk1"/>
                </a:solidFill>
              </a:defRPr>
            </a:lvl6pPr>
            <a:lvl7pPr lvl="6" algn="r" rtl="0">
              <a:spcBef>
                <a:spcPts val="1600"/>
              </a:spcBef>
              <a:spcAft>
                <a:spcPts val="0"/>
              </a:spcAft>
              <a:buClr>
                <a:schemeClr val="dk1"/>
              </a:buClr>
              <a:buSzPts val="2000"/>
              <a:buNone/>
              <a:defRPr sz="2000">
                <a:solidFill>
                  <a:schemeClr val="dk1"/>
                </a:solidFill>
              </a:defRPr>
            </a:lvl7pPr>
            <a:lvl8pPr lvl="7" algn="r" rtl="0">
              <a:spcBef>
                <a:spcPts val="1600"/>
              </a:spcBef>
              <a:spcAft>
                <a:spcPts val="0"/>
              </a:spcAft>
              <a:buClr>
                <a:schemeClr val="dk1"/>
              </a:buClr>
              <a:buSzPts val="2000"/>
              <a:buNone/>
              <a:defRPr sz="2000">
                <a:solidFill>
                  <a:schemeClr val="dk1"/>
                </a:solidFill>
              </a:defRPr>
            </a:lvl8pPr>
            <a:lvl9pPr lvl="8" algn="r" rtl="0">
              <a:spcBef>
                <a:spcPts val="1600"/>
              </a:spcBef>
              <a:spcAft>
                <a:spcPts val="1600"/>
              </a:spcAft>
              <a:buClr>
                <a:schemeClr val="dk1"/>
              </a:buClr>
              <a:buSzPts val="2000"/>
              <a:buNone/>
              <a:defRPr sz="2000">
                <a:solidFill>
                  <a:schemeClr val="dk1"/>
                </a:solidFill>
              </a:defRPr>
            </a:lvl9pPr>
          </a:lstStyle>
          <a:p>
            <a:endParaRPr/>
          </a:p>
        </p:txBody>
      </p:sp>
      <p:sp>
        <p:nvSpPr>
          <p:cNvPr id="218" name="Google Shape;218;p37"/>
          <p:cNvSpPr txBox="1">
            <a:spLocks noGrp="1"/>
          </p:cNvSpPr>
          <p:nvPr>
            <p:ph type="title" idx="4"/>
          </p:nvPr>
        </p:nvSpPr>
        <p:spPr>
          <a:xfrm>
            <a:off x="717800" y="383175"/>
            <a:ext cx="7708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19" name="Google Shape;219;p37"/>
          <p:cNvSpPr txBox="1">
            <a:spLocks noGrp="1"/>
          </p:cNvSpPr>
          <p:nvPr>
            <p:ph type="title" idx="5" hasCustomPrompt="1"/>
          </p:nvPr>
        </p:nvSpPr>
        <p:spPr>
          <a:xfrm>
            <a:off x="6216100" y="2819150"/>
            <a:ext cx="2164200" cy="647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3000">
                <a:solidFill>
                  <a:schemeClr val="dk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220" name="Google Shape;220;p37"/>
          <p:cNvSpPr txBox="1">
            <a:spLocks noGrp="1"/>
          </p:cNvSpPr>
          <p:nvPr>
            <p:ph type="subTitle" idx="6"/>
          </p:nvPr>
        </p:nvSpPr>
        <p:spPr>
          <a:xfrm>
            <a:off x="6216100" y="3390050"/>
            <a:ext cx="2164200" cy="6471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800"/>
              <a:buNone/>
              <a:defRPr sz="1400">
                <a:solidFill>
                  <a:schemeClr val="dk1"/>
                </a:solidFill>
              </a:defRPr>
            </a:lvl1pPr>
            <a:lvl2pPr lvl="1" algn="r" rtl="0">
              <a:spcBef>
                <a:spcPts val="1600"/>
              </a:spcBef>
              <a:spcAft>
                <a:spcPts val="0"/>
              </a:spcAft>
              <a:buClr>
                <a:schemeClr val="dk1"/>
              </a:buClr>
              <a:buSzPts val="2000"/>
              <a:buNone/>
              <a:defRPr sz="2000">
                <a:solidFill>
                  <a:schemeClr val="dk1"/>
                </a:solidFill>
              </a:defRPr>
            </a:lvl2pPr>
            <a:lvl3pPr lvl="2" algn="r" rtl="0">
              <a:spcBef>
                <a:spcPts val="1600"/>
              </a:spcBef>
              <a:spcAft>
                <a:spcPts val="0"/>
              </a:spcAft>
              <a:buClr>
                <a:schemeClr val="dk1"/>
              </a:buClr>
              <a:buSzPts val="2000"/>
              <a:buNone/>
              <a:defRPr sz="2000">
                <a:solidFill>
                  <a:schemeClr val="dk1"/>
                </a:solidFill>
              </a:defRPr>
            </a:lvl3pPr>
            <a:lvl4pPr lvl="3" algn="r" rtl="0">
              <a:spcBef>
                <a:spcPts val="1600"/>
              </a:spcBef>
              <a:spcAft>
                <a:spcPts val="0"/>
              </a:spcAft>
              <a:buClr>
                <a:schemeClr val="dk1"/>
              </a:buClr>
              <a:buSzPts val="2000"/>
              <a:buNone/>
              <a:defRPr sz="2000">
                <a:solidFill>
                  <a:schemeClr val="dk1"/>
                </a:solidFill>
              </a:defRPr>
            </a:lvl4pPr>
            <a:lvl5pPr lvl="4" algn="r" rtl="0">
              <a:spcBef>
                <a:spcPts val="1600"/>
              </a:spcBef>
              <a:spcAft>
                <a:spcPts val="0"/>
              </a:spcAft>
              <a:buClr>
                <a:schemeClr val="dk1"/>
              </a:buClr>
              <a:buSzPts val="2000"/>
              <a:buNone/>
              <a:defRPr sz="2000">
                <a:solidFill>
                  <a:schemeClr val="dk1"/>
                </a:solidFill>
              </a:defRPr>
            </a:lvl5pPr>
            <a:lvl6pPr lvl="5" algn="r" rtl="0">
              <a:spcBef>
                <a:spcPts val="1600"/>
              </a:spcBef>
              <a:spcAft>
                <a:spcPts val="0"/>
              </a:spcAft>
              <a:buClr>
                <a:schemeClr val="dk1"/>
              </a:buClr>
              <a:buSzPts val="2000"/>
              <a:buNone/>
              <a:defRPr sz="2000">
                <a:solidFill>
                  <a:schemeClr val="dk1"/>
                </a:solidFill>
              </a:defRPr>
            </a:lvl6pPr>
            <a:lvl7pPr lvl="6" algn="r" rtl="0">
              <a:spcBef>
                <a:spcPts val="1600"/>
              </a:spcBef>
              <a:spcAft>
                <a:spcPts val="0"/>
              </a:spcAft>
              <a:buClr>
                <a:schemeClr val="dk1"/>
              </a:buClr>
              <a:buSzPts val="2000"/>
              <a:buNone/>
              <a:defRPr sz="2000">
                <a:solidFill>
                  <a:schemeClr val="dk1"/>
                </a:solidFill>
              </a:defRPr>
            </a:lvl7pPr>
            <a:lvl8pPr lvl="7" algn="r" rtl="0">
              <a:spcBef>
                <a:spcPts val="1600"/>
              </a:spcBef>
              <a:spcAft>
                <a:spcPts val="0"/>
              </a:spcAft>
              <a:buClr>
                <a:schemeClr val="dk1"/>
              </a:buClr>
              <a:buSzPts val="2000"/>
              <a:buNone/>
              <a:defRPr sz="2000">
                <a:solidFill>
                  <a:schemeClr val="dk1"/>
                </a:solidFill>
              </a:defRPr>
            </a:lvl8pPr>
            <a:lvl9pPr lvl="8" algn="r" rtl="0">
              <a:spcBef>
                <a:spcPts val="1600"/>
              </a:spcBef>
              <a:spcAft>
                <a:spcPts val="1600"/>
              </a:spcAft>
              <a:buClr>
                <a:schemeClr val="dk1"/>
              </a:buClr>
              <a:buSzPts val="2000"/>
              <a:buNone/>
              <a:defRPr sz="2000">
                <a:solidFill>
                  <a:schemeClr val="dk1"/>
                </a:solidFill>
              </a:defRPr>
            </a:lvl9pPr>
          </a:lstStyle>
          <a:p>
            <a:endParaRPr/>
          </a:p>
        </p:txBody>
      </p:sp>
      <p:sp>
        <p:nvSpPr>
          <p:cNvPr id="221" name="Google Shape;221;p37"/>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7"/>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six columns">
  <p:cSld name="CUSTOM_12">
    <p:spTree>
      <p:nvGrpSpPr>
        <p:cNvPr id="1" name="Shape 224"/>
        <p:cNvGrpSpPr/>
        <p:nvPr/>
      </p:nvGrpSpPr>
      <p:grpSpPr>
        <a:xfrm>
          <a:off x="0" y="0"/>
          <a:ext cx="0" cy="0"/>
          <a:chOff x="0" y="0"/>
          <a:chExt cx="0" cy="0"/>
        </a:xfrm>
      </p:grpSpPr>
      <p:sp>
        <p:nvSpPr>
          <p:cNvPr id="225" name="Google Shape;225;p38"/>
          <p:cNvSpPr txBox="1">
            <a:spLocks noGrp="1"/>
          </p:cNvSpPr>
          <p:nvPr>
            <p:ph type="subTitle" idx="1"/>
          </p:nvPr>
        </p:nvSpPr>
        <p:spPr>
          <a:xfrm>
            <a:off x="711900" y="14760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226" name="Google Shape;226;p38"/>
          <p:cNvSpPr txBox="1">
            <a:spLocks noGrp="1"/>
          </p:cNvSpPr>
          <p:nvPr>
            <p:ph type="subTitle" idx="2"/>
          </p:nvPr>
        </p:nvSpPr>
        <p:spPr>
          <a:xfrm>
            <a:off x="711900" y="18514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227" name="Google Shape;227;p38"/>
          <p:cNvSpPr txBox="1">
            <a:spLocks noGrp="1"/>
          </p:cNvSpPr>
          <p:nvPr>
            <p:ph type="subTitle" idx="3"/>
          </p:nvPr>
        </p:nvSpPr>
        <p:spPr>
          <a:xfrm>
            <a:off x="2983950" y="14760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228" name="Google Shape;228;p38"/>
          <p:cNvSpPr txBox="1">
            <a:spLocks noGrp="1"/>
          </p:cNvSpPr>
          <p:nvPr>
            <p:ph type="subTitle" idx="4"/>
          </p:nvPr>
        </p:nvSpPr>
        <p:spPr>
          <a:xfrm>
            <a:off x="2983950" y="18514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229" name="Google Shape;229;p38"/>
          <p:cNvSpPr txBox="1">
            <a:spLocks noGrp="1"/>
          </p:cNvSpPr>
          <p:nvPr>
            <p:ph type="subTitle" idx="5"/>
          </p:nvPr>
        </p:nvSpPr>
        <p:spPr>
          <a:xfrm>
            <a:off x="5256000" y="14760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230" name="Google Shape;230;p38"/>
          <p:cNvSpPr txBox="1">
            <a:spLocks noGrp="1"/>
          </p:cNvSpPr>
          <p:nvPr>
            <p:ph type="subTitle" idx="6"/>
          </p:nvPr>
        </p:nvSpPr>
        <p:spPr>
          <a:xfrm>
            <a:off x="5256000" y="18514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1600"/>
              </a:spcBef>
              <a:spcAft>
                <a:spcPts val="0"/>
              </a:spcAft>
              <a:buNone/>
              <a:defRPr sz="1400">
                <a:solidFill>
                  <a:schemeClr val="dk1"/>
                </a:solidFill>
              </a:defRPr>
            </a:lvl2pPr>
            <a:lvl3pPr lvl="2" rtl="0">
              <a:lnSpc>
                <a:spcPct val="100000"/>
              </a:lnSpc>
              <a:spcBef>
                <a:spcPts val="1600"/>
              </a:spcBef>
              <a:spcAft>
                <a:spcPts val="0"/>
              </a:spcAft>
              <a:buNone/>
              <a:defRPr sz="1400">
                <a:solidFill>
                  <a:schemeClr val="dk1"/>
                </a:solidFill>
              </a:defRPr>
            </a:lvl3pPr>
            <a:lvl4pPr lvl="3" rtl="0">
              <a:lnSpc>
                <a:spcPct val="100000"/>
              </a:lnSpc>
              <a:spcBef>
                <a:spcPts val="1600"/>
              </a:spcBef>
              <a:spcAft>
                <a:spcPts val="0"/>
              </a:spcAft>
              <a:buNone/>
              <a:defRPr sz="1400">
                <a:solidFill>
                  <a:schemeClr val="dk1"/>
                </a:solidFill>
              </a:defRPr>
            </a:lvl4pPr>
            <a:lvl5pPr lvl="4" rtl="0">
              <a:lnSpc>
                <a:spcPct val="100000"/>
              </a:lnSpc>
              <a:spcBef>
                <a:spcPts val="1600"/>
              </a:spcBef>
              <a:spcAft>
                <a:spcPts val="0"/>
              </a:spcAft>
              <a:buNone/>
              <a:defRPr sz="1400">
                <a:solidFill>
                  <a:schemeClr val="dk1"/>
                </a:solidFill>
              </a:defRPr>
            </a:lvl5pPr>
            <a:lvl6pPr lvl="5" rtl="0">
              <a:lnSpc>
                <a:spcPct val="100000"/>
              </a:lnSpc>
              <a:spcBef>
                <a:spcPts val="1600"/>
              </a:spcBef>
              <a:spcAft>
                <a:spcPts val="0"/>
              </a:spcAft>
              <a:buNone/>
              <a:defRPr sz="1400">
                <a:solidFill>
                  <a:schemeClr val="dk1"/>
                </a:solidFill>
              </a:defRPr>
            </a:lvl6pPr>
            <a:lvl7pPr lvl="6" rtl="0">
              <a:lnSpc>
                <a:spcPct val="100000"/>
              </a:lnSpc>
              <a:spcBef>
                <a:spcPts val="1600"/>
              </a:spcBef>
              <a:spcAft>
                <a:spcPts val="0"/>
              </a:spcAft>
              <a:buNone/>
              <a:defRPr sz="1400">
                <a:solidFill>
                  <a:schemeClr val="dk1"/>
                </a:solidFill>
              </a:defRPr>
            </a:lvl7pPr>
            <a:lvl8pPr lvl="7" rtl="0">
              <a:lnSpc>
                <a:spcPct val="100000"/>
              </a:lnSpc>
              <a:spcBef>
                <a:spcPts val="1600"/>
              </a:spcBef>
              <a:spcAft>
                <a:spcPts val="0"/>
              </a:spcAft>
              <a:buNone/>
              <a:defRPr sz="1400">
                <a:solidFill>
                  <a:schemeClr val="dk1"/>
                </a:solidFill>
              </a:defRPr>
            </a:lvl8pPr>
            <a:lvl9pPr lvl="8" rtl="0">
              <a:lnSpc>
                <a:spcPct val="100000"/>
              </a:lnSpc>
              <a:spcBef>
                <a:spcPts val="1600"/>
              </a:spcBef>
              <a:spcAft>
                <a:spcPts val="1600"/>
              </a:spcAft>
              <a:buNone/>
              <a:defRPr sz="1400">
                <a:solidFill>
                  <a:schemeClr val="dk1"/>
                </a:solidFill>
              </a:defRPr>
            </a:lvl9pPr>
          </a:lstStyle>
          <a:p>
            <a:endParaRPr/>
          </a:p>
        </p:txBody>
      </p:sp>
      <p:sp>
        <p:nvSpPr>
          <p:cNvPr id="231" name="Google Shape;231;p38"/>
          <p:cNvSpPr txBox="1">
            <a:spLocks noGrp="1"/>
          </p:cNvSpPr>
          <p:nvPr>
            <p:ph type="subTitle" idx="7"/>
          </p:nvPr>
        </p:nvSpPr>
        <p:spPr>
          <a:xfrm>
            <a:off x="711900" y="29522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232" name="Google Shape;232;p38"/>
          <p:cNvSpPr txBox="1">
            <a:spLocks noGrp="1"/>
          </p:cNvSpPr>
          <p:nvPr>
            <p:ph type="subTitle" idx="8"/>
          </p:nvPr>
        </p:nvSpPr>
        <p:spPr>
          <a:xfrm>
            <a:off x="711900" y="33276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233" name="Google Shape;233;p38"/>
          <p:cNvSpPr txBox="1">
            <a:spLocks noGrp="1"/>
          </p:cNvSpPr>
          <p:nvPr>
            <p:ph type="subTitle" idx="9"/>
          </p:nvPr>
        </p:nvSpPr>
        <p:spPr>
          <a:xfrm>
            <a:off x="2983950" y="29522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234" name="Google Shape;234;p38"/>
          <p:cNvSpPr txBox="1">
            <a:spLocks noGrp="1"/>
          </p:cNvSpPr>
          <p:nvPr>
            <p:ph type="subTitle" idx="13"/>
          </p:nvPr>
        </p:nvSpPr>
        <p:spPr>
          <a:xfrm>
            <a:off x="2983950" y="33276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235" name="Google Shape;235;p38"/>
          <p:cNvSpPr txBox="1">
            <a:spLocks noGrp="1"/>
          </p:cNvSpPr>
          <p:nvPr>
            <p:ph type="subTitle" idx="14"/>
          </p:nvPr>
        </p:nvSpPr>
        <p:spPr>
          <a:xfrm>
            <a:off x="5256000" y="2952200"/>
            <a:ext cx="2261700" cy="4086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chemeClr val="accent1"/>
                </a:solidFill>
              </a:defRPr>
            </a:lvl1pPr>
            <a:lvl2pPr lvl="1" rtl="0">
              <a:spcBef>
                <a:spcPts val="1600"/>
              </a:spcBef>
              <a:spcAft>
                <a:spcPts val="0"/>
              </a:spcAft>
              <a:buNone/>
              <a:defRPr b="1">
                <a:solidFill>
                  <a:schemeClr val="accent1"/>
                </a:solidFill>
              </a:defRPr>
            </a:lvl2pPr>
            <a:lvl3pPr lvl="2" rtl="0">
              <a:spcBef>
                <a:spcPts val="1600"/>
              </a:spcBef>
              <a:spcAft>
                <a:spcPts val="0"/>
              </a:spcAft>
              <a:buNone/>
              <a:defRPr b="1">
                <a:solidFill>
                  <a:schemeClr val="accent1"/>
                </a:solidFill>
              </a:defRPr>
            </a:lvl3pPr>
            <a:lvl4pPr lvl="3" rtl="0">
              <a:spcBef>
                <a:spcPts val="1600"/>
              </a:spcBef>
              <a:spcAft>
                <a:spcPts val="0"/>
              </a:spcAft>
              <a:buNone/>
              <a:defRPr b="1">
                <a:solidFill>
                  <a:schemeClr val="accent1"/>
                </a:solidFill>
              </a:defRPr>
            </a:lvl4pPr>
            <a:lvl5pPr lvl="4" rtl="0">
              <a:spcBef>
                <a:spcPts val="1600"/>
              </a:spcBef>
              <a:spcAft>
                <a:spcPts val="0"/>
              </a:spcAft>
              <a:buNone/>
              <a:defRPr b="1">
                <a:solidFill>
                  <a:schemeClr val="accent1"/>
                </a:solidFill>
              </a:defRPr>
            </a:lvl5pPr>
            <a:lvl6pPr lvl="5" rtl="0">
              <a:spcBef>
                <a:spcPts val="1600"/>
              </a:spcBef>
              <a:spcAft>
                <a:spcPts val="0"/>
              </a:spcAft>
              <a:buNone/>
              <a:defRPr b="1">
                <a:solidFill>
                  <a:schemeClr val="accent1"/>
                </a:solidFill>
              </a:defRPr>
            </a:lvl6pPr>
            <a:lvl7pPr lvl="6" rtl="0">
              <a:spcBef>
                <a:spcPts val="1600"/>
              </a:spcBef>
              <a:spcAft>
                <a:spcPts val="0"/>
              </a:spcAft>
              <a:buNone/>
              <a:defRPr b="1">
                <a:solidFill>
                  <a:schemeClr val="accent1"/>
                </a:solidFill>
              </a:defRPr>
            </a:lvl7pPr>
            <a:lvl8pPr lvl="7" rtl="0">
              <a:spcBef>
                <a:spcPts val="1600"/>
              </a:spcBef>
              <a:spcAft>
                <a:spcPts val="0"/>
              </a:spcAft>
              <a:buNone/>
              <a:defRPr b="1">
                <a:solidFill>
                  <a:schemeClr val="accent1"/>
                </a:solidFill>
              </a:defRPr>
            </a:lvl8pPr>
            <a:lvl9pPr lvl="8" rtl="0">
              <a:spcBef>
                <a:spcPts val="1600"/>
              </a:spcBef>
              <a:spcAft>
                <a:spcPts val="1600"/>
              </a:spcAft>
              <a:buNone/>
              <a:defRPr b="1">
                <a:solidFill>
                  <a:schemeClr val="accent1"/>
                </a:solidFill>
              </a:defRPr>
            </a:lvl9pPr>
          </a:lstStyle>
          <a:p>
            <a:endParaRPr/>
          </a:p>
        </p:txBody>
      </p:sp>
      <p:sp>
        <p:nvSpPr>
          <p:cNvPr id="236" name="Google Shape;236;p38"/>
          <p:cNvSpPr txBox="1">
            <a:spLocks noGrp="1"/>
          </p:cNvSpPr>
          <p:nvPr>
            <p:ph type="subTitle" idx="15"/>
          </p:nvPr>
        </p:nvSpPr>
        <p:spPr>
          <a:xfrm>
            <a:off x="5256000" y="3327650"/>
            <a:ext cx="2261700" cy="723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solidFill>
                  <a:schemeClr val="dk1"/>
                </a:solidFill>
              </a:defRPr>
            </a:lvl1pPr>
            <a:lvl2pPr lvl="1" rtl="0">
              <a:lnSpc>
                <a:spcPct val="100000"/>
              </a:lnSpc>
              <a:spcBef>
                <a:spcPts val="0"/>
              </a:spcBef>
              <a:spcAft>
                <a:spcPts val="0"/>
              </a:spcAft>
              <a:buNone/>
              <a:defRPr sz="1400">
                <a:solidFill>
                  <a:schemeClr val="dk1"/>
                </a:solidFill>
              </a:defRPr>
            </a:lvl2pPr>
            <a:lvl3pPr lvl="2" rtl="0">
              <a:lnSpc>
                <a:spcPct val="100000"/>
              </a:lnSpc>
              <a:spcBef>
                <a:spcPts val="0"/>
              </a:spcBef>
              <a:spcAft>
                <a:spcPts val="0"/>
              </a:spcAft>
              <a:buNone/>
              <a:defRPr sz="1400">
                <a:solidFill>
                  <a:schemeClr val="dk1"/>
                </a:solidFill>
              </a:defRPr>
            </a:lvl3pPr>
            <a:lvl4pPr lvl="3" rtl="0">
              <a:lnSpc>
                <a:spcPct val="100000"/>
              </a:lnSpc>
              <a:spcBef>
                <a:spcPts val="0"/>
              </a:spcBef>
              <a:spcAft>
                <a:spcPts val="0"/>
              </a:spcAft>
              <a:buNone/>
              <a:defRPr sz="1400">
                <a:solidFill>
                  <a:schemeClr val="dk1"/>
                </a:solidFill>
              </a:defRPr>
            </a:lvl4pPr>
            <a:lvl5pPr lvl="4" rtl="0">
              <a:lnSpc>
                <a:spcPct val="100000"/>
              </a:lnSpc>
              <a:spcBef>
                <a:spcPts val="0"/>
              </a:spcBef>
              <a:spcAft>
                <a:spcPts val="0"/>
              </a:spcAft>
              <a:buNone/>
              <a:defRPr sz="1400">
                <a:solidFill>
                  <a:schemeClr val="dk1"/>
                </a:solidFill>
              </a:defRPr>
            </a:lvl5pPr>
            <a:lvl6pPr lvl="5" rtl="0">
              <a:lnSpc>
                <a:spcPct val="100000"/>
              </a:lnSpc>
              <a:spcBef>
                <a:spcPts val="0"/>
              </a:spcBef>
              <a:spcAft>
                <a:spcPts val="0"/>
              </a:spcAft>
              <a:buNone/>
              <a:defRPr sz="1400">
                <a:solidFill>
                  <a:schemeClr val="dk1"/>
                </a:solidFill>
              </a:defRPr>
            </a:lvl6pPr>
            <a:lvl7pPr lvl="6" rtl="0">
              <a:lnSpc>
                <a:spcPct val="100000"/>
              </a:lnSpc>
              <a:spcBef>
                <a:spcPts val="0"/>
              </a:spcBef>
              <a:spcAft>
                <a:spcPts val="0"/>
              </a:spcAft>
              <a:buNone/>
              <a:defRPr sz="1400">
                <a:solidFill>
                  <a:schemeClr val="dk1"/>
                </a:solidFill>
              </a:defRPr>
            </a:lvl7pPr>
            <a:lvl8pPr lvl="7" rtl="0">
              <a:lnSpc>
                <a:spcPct val="100000"/>
              </a:lnSpc>
              <a:spcBef>
                <a:spcPts val="0"/>
              </a:spcBef>
              <a:spcAft>
                <a:spcPts val="0"/>
              </a:spcAft>
              <a:buNone/>
              <a:defRPr sz="1400">
                <a:solidFill>
                  <a:schemeClr val="dk1"/>
                </a:solidFill>
              </a:defRPr>
            </a:lvl8pPr>
            <a:lvl9pPr lvl="8" rtl="0">
              <a:lnSpc>
                <a:spcPct val="100000"/>
              </a:lnSpc>
              <a:spcBef>
                <a:spcPts val="0"/>
              </a:spcBef>
              <a:spcAft>
                <a:spcPts val="0"/>
              </a:spcAft>
              <a:buNone/>
              <a:defRPr sz="1400">
                <a:solidFill>
                  <a:schemeClr val="dk1"/>
                </a:solidFill>
              </a:defRPr>
            </a:lvl9pPr>
          </a:lstStyle>
          <a:p>
            <a:endParaRPr/>
          </a:p>
        </p:txBody>
      </p:sp>
      <p:sp>
        <p:nvSpPr>
          <p:cNvPr id="237" name="Google Shape;237;p38"/>
          <p:cNvSpPr txBox="1">
            <a:spLocks noGrp="1"/>
          </p:cNvSpPr>
          <p:nvPr>
            <p:ph type="title"/>
          </p:nvPr>
        </p:nvSpPr>
        <p:spPr>
          <a:xfrm>
            <a:off x="717800" y="383175"/>
            <a:ext cx="7708200" cy="647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38" name="Google Shape;238;p38"/>
          <p:cNvSpPr/>
          <p:nvPr/>
        </p:nvSpPr>
        <p:spPr>
          <a:xfrm>
            <a:off x="7927800" y="257160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8"/>
          <p:cNvSpPr/>
          <p:nvPr/>
        </p:nvSpPr>
        <p:spPr>
          <a:xfrm>
            <a:off x="7927800" y="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anks">
  <p:cSld name="CUSTOM_5">
    <p:spTree>
      <p:nvGrpSpPr>
        <p:cNvPr id="1" name="Shape 241"/>
        <p:cNvGrpSpPr/>
        <p:nvPr/>
      </p:nvGrpSpPr>
      <p:grpSpPr>
        <a:xfrm>
          <a:off x="0" y="0"/>
          <a:ext cx="0" cy="0"/>
          <a:chOff x="0" y="0"/>
          <a:chExt cx="0" cy="0"/>
        </a:xfrm>
      </p:grpSpPr>
      <p:sp>
        <p:nvSpPr>
          <p:cNvPr id="242" name="Google Shape;242;p39"/>
          <p:cNvSpPr txBox="1">
            <a:spLocks noGrp="1"/>
          </p:cNvSpPr>
          <p:nvPr>
            <p:ph type="title"/>
          </p:nvPr>
        </p:nvSpPr>
        <p:spPr>
          <a:xfrm>
            <a:off x="713225" y="445025"/>
            <a:ext cx="3858900" cy="13383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800"/>
              <a:buNone/>
              <a:defRPr sz="7200">
                <a:solidFill>
                  <a:schemeClr val="accent1"/>
                </a:solidFill>
              </a:defRPr>
            </a:lvl1pPr>
            <a:lvl2pPr lvl="1">
              <a:spcBef>
                <a:spcPts val="0"/>
              </a:spcBef>
              <a:spcAft>
                <a:spcPts val="0"/>
              </a:spcAft>
              <a:buClr>
                <a:schemeClr val="accent1"/>
              </a:buClr>
              <a:buSzPts val="2800"/>
              <a:buNone/>
              <a:defRPr>
                <a:solidFill>
                  <a:schemeClr val="accent1"/>
                </a:solidFill>
              </a:defRPr>
            </a:lvl2pPr>
            <a:lvl3pPr lvl="2">
              <a:spcBef>
                <a:spcPts val="0"/>
              </a:spcBef>
              <a:spcAft>
                <a:spcPts val="0"/>
              </a:spcAft>
              <a:buClr>
                <a:schemeClr val="accent1"/>
              </a:buClr>
              <a:buSzPts val="2800"/>
              <a:buNone/>
              <a:defRPr>
                <a:solidFill>
                  <a:schemeClr val="accent1"/>
                </a:solidFill>
              </a:defRPr>
            </a:lvl3pPr>
            <a:lvl4pPr lvl="3">
              <a:spcBef>
                <a:spcPts val="0"/>
              </a:spcBef>
              <a:spcAft>
                <a:spcPts val="0"/>
              </a:spcAft>
              <a:buClr>
                <a:schemeClr val="accent1"/>
              </a:buClr>
              <a:buSzPts val="2800"/>
              <a:buNone/>
              <a:defRPr>
                <a:solidFill>
                  <a:schemeClr val="accent1"/>
                </a:solidFill>
              </a:defRPr>
            </a:lvl4pPr>
            <a:lvl5pPr lvl="4">
              <a:spcBef>
                <a:spcPts val="0"/>
              </a:spcBef>
              <a:spcAft>
                <a:spcPts val="0"/>
              </a:spcAft>
              <a:buClr>
                <a:schemeClr val="accent1"/>
              </a:buClr>
              <a:buSzPts val="2800"/>
              <a:buNone/>
              <a:defRPr>
                <a:solidFill>
                  <a:schemeClr val="accent1"/>
                </a:solidFill>
              </a:defRPr>
            </a:lvl5pPr>
            <a:lvl6pPr lvl="5">
              <a:spcBef>
                <a:spcPts val="0"/>
              </a:spcBef>
              <a:spcAft>
                <a:spcPts val="0"/>
              </a:spcAft>
              <a:buClr>
                <a:schemeClr val="accent1"/>
              </a:buClr>
              <a:buSzPts val="2800"/>
              <a:buNone/>
              <a:defRPr>
                <a:solidFill>
                  <a:schemeClr val="accent1"/>
                </a:solidFill>
              </a:defRPr>
            </a:lvl6pPr>
            <a:lvl7pPr lvl="6">
              <a:spcBef>
                <a:spcPts val="0"/>
              </a:spcBef>
              <a:spcAft>
                <a:spcPts val="0"/>
              </a:spcAft>
              <a:buClr>
                <a:schemeClr val="accent1"/>
              </a:buClr>
              <a:buSzPts val="2800"/>
              <a:buNone/>
              <a:defRPr>
                <a:solidFill>
                  <a:schemeClr val="accent1"/>
                </a:solidFill>
              </a:defRPr>
            </a:lvl7pPr>
            <a:lvl8pPr lvl="7">
              <a:spcBef>
                <a:spcPts val="0"/>
              </a:spcBef>
              <a:spcAft>
                <a:spcPts val="0"/>
              </a:spcAft>
              <a:buClr>
                <a:schemeClr val="accent1"/>
              </a:buClr>
              <a:buSzPts val="2800"/>
              <a:buNone/>
              <a:defRPr>
                <a:solidFill>
                  <a:schemeClr val="accent1"/>
                </a:solidFill>
              </a:defRPr>
            </a:lvl8pPr>
            <a:lvl9pPr lvl="8">
              <a:spcBef>
                <a:spcPts val="0"/>
              </a:spcBef>
              <a:spcAft>
                <a:spcPts val="0"/>
              </a:spcAft>
              <a:buClr>
                <a:schemeClr val="accent1"/>
              </a:buClr>
              <a:buSzPts val="2800"/>
              <a:buNone/>
              <a:defRPr>
                <a:solidFill>
                  <a:schemeClr val="accent1"/>
                </a:solidFill>
              </a:defRPr>
            </a:lvl9pPr>
          </a:lstStyle>
          <a:p>
            <a:endParaRPr/>
          </a:p>
        </p:txBody>
      </p:sp>
      <p:sp>
        <p:nvSpPr>
          <p:cNvPr id="243" name="Google Shape;243;p39"/>
          <p:cNvSpPr txBox="1"/>
          <p:nvPr/>
        </p:nvSpPr>
        <p:spPr>
          <a:xfrm>
            <a:off x="713225" y="3485675"/>
            <a:ext cx="3956100" cy="612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300"/>
              </a:spcBef>
              <a:spcAft>
                <a:spcPts val="0"/>
              </a:spcAft>
              <a:buNone/>
            </a:pPr>
            <a:r>
              <a:rPr lang="en" sz="1100">
                <a:solidFill>
                  <a:schemeClr val="accent2"/>
                </a:solidFill>
                <a:latin typeface="Montserrat"/>
                <a:ea typeface="Montserrat"/>
                <a:cs typeface="Montserrat"/>
                <a:sym typeface="Montserrat"/>
              </a:rPr>
              <a:t>CREDITS: This presentation template was created by </a:t>
            </a:r>
            <a:r>
              <a:rPr lang="en" sz="1100" b="1">
                <a:solidFill>
                  <a:schemeClr val="accent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accent2"/>
                </a:solidFill>
                <a:latin typeface="Montserrat"/>
                <a:ea typeface="Montserrat"/>
                <a:cs typeface="Montserrat"/>
                <a:sym typeface="Montserrat"/>
              </a:rPr>
              <a:t>, including icons by </a:t>
            </a:r>
            <a:r>
              <a:rPr lang="en" sz="1100" b="1">
                <a:solidFill>
                  <a:schemeClr val="accent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accent2"/>
                </a:solidFill>
                <a:latin typeface="Montserrat"/>
                <a:ea typeface="Montserrat"/>
                <a:cs typeface="Montserrat"/>
                <a:sym typeface="Montserrat"/>
              </a:rPr>
              <a:t>, and infographics &amp; images by </a:t>
            </a:r>
            <a:r>
              <a:rPr lang="en" sz="1100" b="1">
                <a:solidFill>
                  <a:schemeClr val="accent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a:solidFill>
                <a:schemeClr val="accent2"/>
              </a:solidFill>
              <a:latin typeface="Montserrat"/>
              <a:ea typeface="Montserrat"/>
              <a:cs typeface="Montserrat"/>
              <a:sym typeface="Montserrat"/>
            </a:endParaRPr>
          </a:p>
        </p:txBody>
      </p:sp>
      <p:sp>
        <p:nvSpPr>
          <p:cNvPr id="244" name="Google Shape;244;p39"/>
          <p:cNvSpPr/>
          <p:nvPr/>
        </p:nvSpPr>
        <p:spPr>
          <a:xfrm>
            <a:off x="6711600" y="2571600"/>
            <a:ext cx="1216200" cy="2571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9"/>
          <p:cNvSpPr/>
          <p:nvPr/>
        </p:nvSpPr>
        <p:spPr>
          <a:xfrm>
            <a:off x="7927800" y="0"/>
            <a:ext cx="1216200" cy="2571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dur="19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
        <p:nvSpPr>
          <p:cNvPr id="53" name="Google Shape;53;p1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2"/>
                </a:solidFill>
                <a:latin typeface="Montserrat"/>
                <a:ea typeface="Montserrat"/>
                <a:cs typeface="Montserrat"/>
                <a:sym typeface="Montserrat"/>
              </a:defRPr>
            </a:lvl1pPr>
            <a:lvl2pPr lvl="1" algn="r">
              <a:buNone/>
              <a:defRPr sz="1300">
                <a:solidFill>
                  <a:schemeClr val="dk2"/>
                </a:solidFill>
                <a:latin typeface="Montserrat"/>
                <a:ea typeface="Montserrat"/>
                <a:cs typeface="Montserrat"/>
                <a:sym typeface="Montserrat"/>
              </a:defRPr>
            </a:lvl2pPr>
            <a:lvl3pPr lvl="2" algn="r">
              <a:buNone/>
              <a:defRPr sz="1300">
                <a:solidFill>
                  <a:schemeClr val="dk2"/>
                </a:solidFill>
                <a:latin typeface="Montserrat"/>
                <a:ea typeface="Montserrat"/>
                <a:cs typeface="Montserrat"/>
                <a:sym typeface="Montserrat"/>
              </a:defRPr>
            </a:lvl3pPr>
            <a:lvl4pPr lvl="3" algn="r">
              <a:buNone/>
              <a:defRPr sz="1300">
                <a:solidFill>
                  <a:schemeClr val="dk2"/>
                </a:solidFill>
                <a:latin typeface="Montserrat"/>
                <a:ea typeface="Montserrat"/>
                <a:cs typeface="Montserrat"/>
                <a:sym typeface="Montserrat"/>
              </a:defRPr>
            </a:lvl4pPr>
            <a:lvl5pPr lvl="4" algn="r">
              <a:buNone/>
              <a:defRPr sz="1300">
                <a:solidFill>
                  <a:schemeClr val="dk2"/>
                </a:solidFill>
                <a:latin typeface="Montserrat"/>
                <a:ea typeface="Montserrat"/>
                <a:cs typeface="Montserrat"/>
                <a:sym typeface="Montserrat"/>
              </a:defRPr>
            </a:lvl5pPr>
            <a:lvl6pPr lvl="5" algn="r">
              <a:buNone/>
              <a:defRPr sz="1300">
                <a:solidFill>
                  <a:schemeClr val="dk2"/>
                </a:solidFill>
                <a:latin typeface="Montserrat"/>
                <a:ea typeface="Montserrat"/>
                <a:cs typeface="Montserrat"/>
                <a:sym typeface="Montserrat"/>
              </a:defRPr>
            </a:lvl6pPr>
            <a:lvl7pPr lvl="6" algn="r">
              <a:buNone/>
              <a:defRPr sz="1300">
                <a:solidFill>
                  <a:schemeClr val="dk2"/>
                </a:solidFill>
                <a:latin typeface="Montserrat"/>
                <a:ea typeface="Montserrat"/>
                <a:cs typeface="Montserrat"/>
                <a:sym typeface="Montserrat"/>
              </a:defRPr>
            </a:lvl7pPr>
            <a:lvl8pPr lvl="7" algn="r">
              <a:buNone/>
              <a:defRPr sz="1300">
                <a:solidFill>
                  <a:schemeClr val="dk2"/>
                </a:solidFill>
                <a:latin typeface="Montserrat"/>
                <a:ea typeface="Montserrat"/>
                <a:cs typeface="Montserrat"/>
                <a:sym typeface="Montserrat"/>
              </a:defRPr>
            </a:lvl8pPr>
            <a:lvl9pPr lvl="8" algn="r">
              <a:buNone/>
              <a:defRPr sz="1300">
                <a:solidFill>
                  <a:schemeClr val="dk2"/>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Lst>
  <mc:AlternateContent xmlns:mc="http://schemas.openxmlformats.org/markup-compatibility/2006" xmlns:p14="http://schemas.microsoft.com/office/powerpoint/2010/main">
    <mc:Choice Requires="p14">
      <p:transition spd="slow" p14:dur="19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6.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0"/>
        <p:cNvGrpSpPr/>
        <p:nvPr/>
      </p:nvGrpSpPr>
      <p:grpSpPr>
        <a:xfrm>
          <a:off x="0" y="0"/>
          <a:ext cx="0" cy="0"/>
          <a:chOff x="0" y="0"/>
          <a:chExt cx="0" cy="0"/>
        </a:xfrm>
      </p:grpSpPr>
      <p:sp>
        <p:nvSpPr>
          <p:cNvPr id="251" name="Google Shape;251;p40"/>
          <p:cNvSpPr txBox="1">
            <a:spLocks noGrp="1"/>
          </p:cNvSpPr>
          <p:nvPr>
            <p:ph type="ctrTitle"/>
          </p:nvPr>
        </p:nvSpPr>
        <p:spPr>
          <a:xfrm>
            <a:off x="1917950" y="1362450"/>
            <a:ext cx="6770700" cy="1209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2700">
                <a:solidFill>
                  <a:schemeClr val="accent1"/>
                </a:solidFill>
              </a:rPr>
              <a:t>Définir les concepts de l’analyse exploratoire  </a:t>
            </a:r>
            <a:r>
              <a:rPr lang="en" sz="2700">
                <a:solidFill>
                  <a:schemeClr val="dk2"/>
                </a:solidFill>
              </a:rPr>
              <a:t>des données</a:t>
            </a:r>
            <a:endParaRPr sz="2700">
              <a:solidFill>
                <a:schemeClr val="dk2"/>
              </a:solidFill>
            </a:endParaRPr>
          </a:p>
        </p:txBody>
      </p:sp>
      <p:sp>
        <p:nvSpPr>
          <p:cNvPr id="252" name="Google Shape;252;p40"/>
          <p:cNvSpPr txBox="1">
            <a:spLocks noGrp="1"/>
          </p:cNvSpPr>
          <p:nvPr>
            <p:ph type="subTitle" idx="1"/>
          </p:nvPr>
        </p:nvSpPr>
        <p:spPr>
          <a:xfrm>
            <a:off x="3019352" y="3217650"/>
            <a:ext cx="6770700" cy="557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u="sng"/>
              <a:t>Titre du cours : Analyse exploratoire des données</a:t>
            </a:r>
            <a:endParaRPr b="1" u="sng"/>
          </a:p>
          <a:p>
            <a:pPr marL="0" lvl="0" indent="0" algn="l" rtl="0">
              <a:lnSpc>
                <a:spcPct val="115000"/>
              </a:lnSpc>
              <a:spcBef>
                <a:spcPts val="0"/>
              </a:spcBef>
              <a:spcAft>
                <a:spcPts val="0"/>
              </a:spcAft>
              <a:buClr>
                <a:schemeClr val="dk1"/>
              </a:buClr>
              <a:buSzPts val="1100"/>
              <a:buFont typeface="Arial"/>
              <a:buNone/>
            </a:pPr>
            <a:endParaRPr b="1" u="sng"/>
          </a:p>
          <a:p>
            <a:pPr marL="0" lvl="0" indent="0" algn="l" rtl="0">
              <a:lnSpc>
                <a:spcPct val="115000"/>
              </a:lnSpc>
              <a:spcBef>
                <a:spcPts val="0"/>
              </a:spcBef>
              <a:spcAft>
                <a:spcPts val="0"/>
              </a:spcAft>
              <a:buClr>
                <a:schemeClr val="dk1"/>
              </a:buClr>
              <a:buSzPts val="1100"/>
              <a:buFont typeface="Arial"/>
              <a:buNone/>
            </a:pPr>
            <a:r>
              <a:rPr lang="en" b="1" u="sng"/>
              <a:t>Code officiel : 420-A55-BB	</a:t>
            </a:r>
            <a:endParaRPr b="1" u="sng"/>
          </a:p>
          <a:p>
            <a:pPr marL="0" lvl="0" indent="0" algn="l" rtl="0">
              <a:lnSpc>
                <a:spcPct val="115000"/>
              </a:lnSpc>
              <a:spcBef>
                <a:spcPts val="0"/>
              </a:spcBef>
              <a:spcAft>
                <a:spcPts val="0"/>
              </a:spcAft>
              <a:buClr>
                <a:schemeClr val="dk1"/>
              </a:buClr>
              <a:buSzPts val="1100"/>
              <a:buFont typeface="Arial"/>
              <a:buNone/>
            </a:pPr>
            <a:endParaRPr b="1" u="sng"/>
          </a:p>
          <a:p>
            <a:pPr marL="0" lvl="0" indent="0" algn="l" rtl="0">
              <a:lnSpc>
                <a:spcPct val="115000"/>
              </a:lnSpc>
              <a:spcBef>
                <a:spcPts val="0"/>
              </a:spcBef>
              <a:spcAft>
                <a:spcPts val="0"/>
              </a:spcAft>
              <a:buClr>
                <a:schemeClr val="dk1"/>
              </a:buClr>
              <a:buSzPts val="1100"/>
              <a:buFont typeface="Arial"/>
              <a:buNone/>
            </a:pPr>
            <a:r>
              <a:rPr lang="en" b="1" u="sng"/>
              <a:t>Professeur : Dr Komi SODOKE</a:t>
            </a:r>
            <a:endParaRPr b="1" u="sng"/>
          </a:p>
          <a:p>
            <a:pPr marL="0" lvl="0" indent="0" algn="r" rtl="0">
              <a:lnSpc>
                <a:spcPct val="115000"/>
              </a:lnSpc>
              <a:spcBef>
                <a:spcPts val="0"/>
              </a:spcBef>
              <a:spcAft>
                <a:spcPts val="0"/>
              </a:spcAft>
              <a:buNone/>
            </a:pPr>
            <a:endParaRPr b="1" u="sng"/>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1"/>
          <p:cNvSpPr txBox="1">
            <a:spLocks noGrp="1"/>
          </p:cNvSpPr>
          <p:nvPr>
            <p:ph type="title"/>
          </p:nvPr>
        </p:nvSpPr>
        <p:spPr>
          <a:xfrm>
            <a:off x="223925" y="108625"/>
            <a:ext cx="7708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Plan</a:t>
            </a:r>
            <a:endParaRPr/>
          </a:p>
        </p:txBody>
      </p:sp>
      <p:sp>
        <p:nvSpPr>
          <p:cNvPr id="258" name="Google Shape;258;p41"/>
          <p:cNvSpPr txBox="1">
            <a:spLocks noGrp="1"/>
          </p:cNvSpPr>
          <p:nvPr>
            <p:ph type="ctrTitle" idx="2"/>
          </p:nvPr>
        </p:nvSpPr>
        <p:spPr>
          <a:xfrm>
            <a:off x="556900" y="855238"/>
            <a:ext cx="21504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 </a:t>
            </a:r>
            <a:endParaRPr/>
          </a:p>
        </p:txBody>
      </p:sp>
      <p:sp>
        <p:nvSpPr>
          <p:cNvPr id="259" name="Google Shape;259;p41"/>
          <p:cNvSpPr txBox="1">
            <a:spLocks noGrp="1"/>
          </p:cNvSpPr>
          <p:nvPr>
            <p:ph type="title" idx="3"/>
          </p:nvPr>
        </p:nvSpPr>
        <p:spPr>
          <a:xfrm>
            <a:off x="-136350" y="778850"/>
            <a:ext cx="566700" cy="658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500"/>
              <a:t>I-</a:t>
            </a:r>
            <a:endParaRPr sz="2500"/>
          </a:p>
        </p:txBody>
      </p:sp>
      <p:sp>
        <p:nvSpPr>
          <p:cNvPr id="260" name="Google Shape;260;p41"/>
          <p:cNvSpPr txBox="1">
            <a:spLocks noGrp="1"/>
          </p:cNvSpPr>
          <p:nvPr>
            <p:ph type="ctrTitle" idx="4"/>
          </p:nvPr>
        </p:nvSpPr>
        <p:spPr>
          <a:xfrm>
            <a:off x="566763" y="1413175"/>
            <a:ext cx="32565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Domaine des statistiques</a:t>
            </a:r>
            <a:endParaRPr/>
          </a:p>
        </p:txBody>
      </p:sp>
      <p:sp>
        <p:nvSpPr>
          <p:cNvPr id="261" name="Google Shape;261;p41"/>
          <p:cNvSpPr txBox="1">
            <a:spLocks noGrp="1"/>
          </p:cNvSpPr>
          <p:nvPr>
            <p:ph type="title" idx="5"/>
          </p:nvPr>
        </p:nvSpPr>
        <p:spPr>
          <a:xfrm>
            <a:off x="-136362" y="1318813"/>
            <a:ext cx="6216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500"/>
              <a:t>II-</a:t>
            </a:r>
            <a:endParaRPr sz="2500"/>
          </a:p>
        </p:txBody>
      </p:sp>
      <p:sp>
        <p:nvSpPr>
          <p:cNvPr id="262" name="Google Shape;262;p41"/>
          <p:cNvSpPr txBox="1">
            <a:spLocks noGrp="1"/>
          </p:cNvSpPr>
          <p:nvPr>
            <p:ph type="ctrTitle" idx="4"/>
          </p:nvPr>
        </p:nvSpPr>
        <p:spPr>
          <a:xfrm>
            <a:off x="5161575" y="784925"/>
            <a:ext cx="41160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Statistique descriptive et inférentielle</a:t>
            </a:r>
            <a:endParaRPr/>
          </a:p>
        </p:txBody>
      </p:sp>
      <p:sp>
        <p:nvSpPr>
          <p:cNvPr id="263" name="Google Shape;263;p41"/>
          <p:cNvSpPr txBox="1">
            <a:spLocks noGrp="1"/>
          </p:cNvSpPr>
          <p:nvPr>
            <p:ph type="title" idx="5"/>
          </p:nvPr>
        </p:nvSpPr>
        <p:spPr>
          <a:xfrm>
            <a:off x="4358675" y="760900"/>
            <a:ext cx="7038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500"/>
              <a:t>III-</a:t>
            </a:r>
            <a:endParaRPr sz="2500"/>
          </a:p>
        </p:txBody>
      </p:sp>
      <p:sp>
        <p:nvSpPr>
          <p:cNvPr id="264" name="Google Shape;264;p41"/>
          <p:cNvSpPr txBox="1">
            <a:spLocks noGrp="1"/>
          </p:cNvSpPr>
          <p:nvPr>
            <p:ph type="ctrTitle" idx="13"/>
          </p:nvPr>
        </p:nvSpPr>
        <p:spPr>
          <a:xfrm>
            <a:off x="5475275" y="4024400"/>
            <a:ext cx="2150400" cy="38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
        <p:nvSpPr>
          <p:cNvPr id="265" name="Google Shape;265;p41"/>
          <p:cNvSpPr txBox="1">
            <a:spLocks noGrp="1"/>
          </p:cNvSpPr>
          <p:nvPr>
            <p:ph type="title" idx="14"/>
          </p:nvPr>
        </p:nvSpPr>
        <p:spPr>
          <a:xfrm>
            <a:off x="4662025" y="3927325"/>
            <a:ext cx="703800" cy="658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500"/>
              <a:t>IV-</a:t>
            </a:r>
            <a:endParaRPr sz="2500"/>
          </a:p>
        </p:txBody>
      </p:sp>
      <p:sp>
        <p:nvSpPr>
          <p:cNvPr id="266" name="Google Shape;266;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a:t>
            </a:fld>
            <a:endParaRPr>
              <a:solidFill>
                <a:schemeClr val="lt1"/>
              </a:solidFill>
            </a:endParaRPr>
          </a:p>
        </p:txBody>
      </p:sp>
      <p:sp>
        <p:nvSpPr>
          <p:cNvPr id="267" name="Google Shape;267;p41"/>
          <p:cNvSpPr txBox="1"/>
          <p:nvPr/>
        </p:nvSpPr>
        <p:spPr>
          <a:xfrm>
            <a:off x="172000" y="1891525"/>
            <a:ext cx="3936300" cy="14868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Montserrat"/>
              <a:buAutoNum type="alphaUcPeriod"/>
            </a:pPr>
            <a:r>
              <a:rPr lang="en" sz="1500" dirty="0">
                <a:solidFill>
                  <a:schemeClr val="dk1"/>
                </a:solidFill>
                <a:latin typeface="Montserrat"/>
                <a:ea typeface="Montserrat"/>
                <a:cs typeface="Montserrat"/>
                <a:sym typeface="Montserrat"/>
              </a:rPr>
              <a:t>Histoire, définition, objectifs des statistiques, données statistiques</a:t>
            </a:r>
            <a:endParaRPr sz="1500" dirty="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dirty="0">
                <a:solidFill>
                  <a:schemeClr val="dk1"/>
                </a:solidFill>
                <a:latin typeface="Montserrat"/>
                <a:ea typeface="Montserrat"/>
                <a:cs typeface="Montserrat"/>
                <a:sym typeface="Montserrat"/>
              </a:rPr>
              <a:t>Éléments statistiques, terminologie et notation standard</a:t>
            </a:r>
            <a:endParaRPr sz="1500" dirty="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dirty="0">
                <a:solidFill>
                  <a:schemeClr val="dk1"/>
                </a:solidFill>
                <a:latin typeface="Montserrat"/>
                <a:ea typeface="Montserrat"/>
                <a:cs typeface="Montserrat"/>
                <a:sym typeface="Montserrat"/>
              </a:rPr>
              <a:t>Variables, données statistiques, tableaux, effectifs</a:t>
            </a:r>
            <a:endParaRPr sz="1500" dirty="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dirty="0">
                <a:solidFill>
                  <a:schemeClr val="dk1"/>
                </a:solidFill>
                <a:latin typeface="Montserrat"/>
                <a:ea typeface="Montserrat"/>
                <a:cs typeface="Montserrat"/>
                <a:sym typeface="Montserrat"/>
              </a:rPr>
              <a:t>Probabilités et variables aléatoires</a:t>
            </a:r>
            <a:endParaRPr sz="1500" dirty="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dirty="0">
                <a:solidFill>
                  <a:schemeClr val="dk1"/>
                </a:solidFill>
                <a:latin typeface="Montserrat"/>
                <a:ea typeface="Montserrat"/>
                <a:cs typeface="Montserrat"/>
                <a:sym typeface="Montserrat"/>
              </a:rPr>
              <a:t>Algèbre linéaire de base</a:t>
            </a:r>
            <a:endParaRPr sz="1500" dirty="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dirty="0">
                <a:solidFill>
                  <a:schemeClr val="dk1"/>
                </a:solidFill>
                <a:latin typeface="Montserrat"/>
                <a:ea typeface="Montserrat"/>
                <a:cs typeface="Montserrat"/>
                <a:sym typeface="Montserrat"/>
              </a:rPr>
              <a:t>Contexte et cas d'utilisation</a:t>
            </a:r>
            <a:endParaRPr sz="1500" dirty="0">
              <a:solidFill>
                <a:schemeClr val="dk1"/>
              </a:solidFill>
              <a:latin typeface="Montserrat"/>
              <a:ea typeface="Montserrat"/>
              <a:cs typeface="Montserrat"/>
              <a:sym typeface="Montserrat"/>
            </a:endParaRPr>
          </a:p>
        </p:txBody>
      </p:sp>
      <p:sp>
        <p:nvSpPr>
          <p:cNvPr id="268" name="Google Shape;268;p41"/>
          <p:cNvSpPr txBox="1"/>
          <p:nvPr/>
        </p:nvSpPr>
        <p:spPr>
          <a:xfrm>
            <a:off x="4738225" y="1546763"/>
            <a:ext cx="3936300" cy="14868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latin typeface="Montserrat"/>
                <a:ea typeface="Montserrat"/>
                <a:cs typeface="Montserrat"/>
                <a:sym typeface="Montserrat"/>
              </a:rPr>
              <a:t>Définition</a:t>
            </a:r>
            <a:endParaRPr sz="150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latin typeface="Montserrat"/>
                <a:ea typeface="Montserrat"/>
                <a:cs typeface="Montserrat"/>
                <a:sym typeface="Montserrat"/>
              </a:rPr>
              <a:t>Caractéristiques des deux approches</a:t>
            </a:r>
            <a:endParaRPr sz="150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latin typeface="Montserrat"/>
                <a:ea typeface="Montserrat"/>
                <a:cs typeface="Montserrat"/>
                <a:sym typeface="Montserrat"/>
              </a:rPr>
              <a:t>Notion de base : distribution, lois usuelles, probabilités, convergences, estimation</a:t>
            </a:r>
            <a:endParaRPr sz="150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latin typeface="Montserrat"/>
                <a:ea typeface="Montserrat"/>
                <a:cs typeface="Montserrat"/>
                <a:sym typeface="Montserrat"/>
              </a:rPr>
              <a:t>Notion de Tests d’hypothèse</a:t>
            </a:r>
            <a:endParaRPr sz="1500">
              <a:solidFill>
                <a:schemeClr val="dk1"/>
              </a:solidFill>
              <a:latin typeface="Montserrat"/>
              <a:ea typeface="Montserrat"/>
              <a:cs typeface="Montserrat"/>
              <a:sym typeface="Montserrat"/>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latin typeface="Montserrat"/>
                <a:ea typeface="Montserrat"/>
                <a:cs typeface="Montserrat"/>
                <a:sym typeface="Montserrat"/>
              </a:rPr>
              <a:t>Différence entre les deux approches</a:t>
            </a:r>
            <a:endParaRPr sz="1500">
              <a:solidFill>
                <a:schemeClr val="dk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2"/>
          <p:cNvSpPr txBox="1">
            <a:spLocks noGrp="1"/>
          </p:cNvSpPr>
          <p:nvPr>
            <p:ph type="title"/>
          </p:nvPr>
        </p:nvSpPr>
        <p:spPr>
          <a:xfrm>
            <a:off x="124175" y="298900"/>
            <a:ext cx="4232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I-Introduction</a:t>
            </a:r>
            <a:endParaRPr/>
          </a:p>
        </p:txBody>
      </p:sp>
      <p:sp>
        <p:nvSpPr>
          <p:cNvPr id="274" name="Google Shape;274;p42"/>
          <p:cNvSpPr txBox="1">
            <a:spLocks noGrp="1"/>
          </p:cNvSpPr>
          <p:nvPr>
            <p:ph type="body" idx="1"/>
          </p:nvPr>
        </p:nvSpPr>
        <p:spPr>
          <a:xfrm>
            <a:off x="124175" y="1259300"/>
            <a:ext cx="5997300" cy="3038400"/>
          </a:xfrm>
          <a:prstGeom prst="rect">
            <a:avLst/>
          </a:prstGeom>
        </p:spPr>
        <p:txBody>
          <a:bodyPr spcFirstLastPara="1" wrap="square" lIns="91425" tIns="91425" rIns="91425" bIns="91425" anchor="ctr" anchorCtr="0">
            <a:noAutofit/>
          </a:bodyPr>
          <a:lstStyle/>
          <a:p>
            <a:pPr marL="0" lvl="0" indent="457200" algn="just" rtl="0">
              <a:lnSpc>
                <a:spcPct val="115000"/>
              </a:lnSpc>
              <a:spcBef>
                <a:spcPts val="0"/>
              </a:spcBef>
              <a:spcAft>
                <a:spcPts val="0"/>
              </a:spcAft>
              <a:buClr>
                <a:schemeClr val="dk1"/>
              </a:buClr>
              <a:buSzPts val="1100"/>
              <a:buFont typeface="Arial"/>
              <a:buNone/>
            </a:pPr>
            <a:r>
              <a:rPr lang="en" dirty="0"/>
              <a:t>L'analyse exploratoire des données (AED, EDA en Anglais) est une méthode essentielle pour examiner, comprendre et préparer les données avant toute analyse approfondie. Elle repose sur des techniques d'observation, de visualisation et de manipulation des données, permettant d'identifier les tendances, les anomalies ou les relations clés. Ce chapitre se propose de définir les concepts fondamentaux de l'AED et d'en souligner l'importance dans le cadre de l'analyse statistique et de la science des données.</a:t>
            </a:r>
            <a:endParaRPr dirty="0"/>
          </a:p>
        </p:txBody>
      </p:sp>
      <p:sp>
        <p:nvSpPr>
          <p:cNvPr id="275" name="Google Shape;275;p42"/>
          <p:cNvSpPr/>
          <p:nvPr/>
        </p:nvSpPr>
        <p:spPr>
          <a:xfrm>
            <a:off x="7847725" y="2558050"/>
            <a:ext cx="1332900" cy="2585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3"/>
          <p:cNvSpPr txBox="1">
            <a:spLocks noGrp="1"/>
          </p:cNvSpPr>
          <p:nvPr>
            <p:ph type="title"/>
          </p:nvPr>
        </p:nvSpPr>
        <p:spPr>
          <a:xfrm>
            <a:off x="4128900" y="1813750"/>
            <a:ext cx="42468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4000"/>
              <a:t> Domaine des statistiques</a:t>
            </a:r>
            <a:endParaRPr sz="4000"/>
          </a:p>
        </p:txBody>
      </p:sp>
      <p:sp>
        <p:nvSpPr>
          <p:cNvPr id="282" name="Google Shape;282;p43"/>
          <p:cNvSpPr txBox="1">
            <a:spLocks noGrp="1"/>
          </p:cNvSpPr>
          <p:nvPr>
            <p:ph type="subTitle" idx="1"/>
          </p:nvPr>
        </p:nvSpPr>
        <p:spPr>
          <a:xfrm>
            <a:off x="4371775" y="2891063"/>
            <a:ext cx="4827300" cy="6780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rPr>
              <a:t>Histoire, définition, objectifs des statistiques, données statistiques</a:t>
            </a:r>
            <a:endParaRPr sz="1500">
              <a:solidFill>
                <a:schemeClr val="dk1"/>
              </a:solidFill>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rPr>
              <a:t>Éléments statistiques, terminologie et notation standard</a:t>
            </a:r>
            <a:endParaRPr sz="1500">
              <a:solidFill>
                <a:schemeClr val="dk1"/>
              </a:solidFill>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rPr>
              <a:t>Variables, données statistiques, tableaux, effectifs</a:t>
            </a:r>
            <a:endParaRPr sz="1500">
              <a:solidFill>
                <a:schemeClr val="dk1"/>
              </a:solidFill>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rPr>
              <a:t>Probabilités et variables aléatoires</a:t>
            </a:r>
            <a:endParaRPr sz="1500">
              <a:solidFill>
                <a:schemeClr val="dk1"/>
              </a:solidFill>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rPr>
              <a:t>Algèbre linéaire de base</a:t>
            </a:r>
            <a:endParaRPr sz="1500">
              <a:solidFill>
                <a:schemeClr val="dk1"/>
              </a:solidFill>
            </a:endParaRPr>
          </a:p>
          <a:p>
            <a:pPr marL="457200" lvl="0" indent="-323850" algn="l" rtl="0">
              <a:spcBef>
                <a:spcPts val="0"/>
              </a:spcBef>
              <a:spcAft>
                <a:spcPts val="0"/>
              </a:spcAft>
              <a:buClr>
                <a:schemeClr val="dk1"/>
              </a:buClr>
              <a:buSzPts val="1500"/>
              <a:buFont typeface="Montserrat"/>
              <a:buAutoNum type="alphaUcPeriod"/>
            </a:pPr>
            <a:r>
              <a:rPr lang="en" sz="1500">
                <a:solidFill>
                  <a:schemeClr val="dk1"/>
                </a:solidFill>
              </a:rPr>
              <a:t>Contexte et cas d'utilisation</a:t>
            </a:r>
            <a:endParaRPr sz="1500">
              <a:solidFill>
                <a:schemeClr val="dk1"/>
              </a:solidFill>
            </a:endParaRPr>
          </a:p>
          <a:p>
            <a:pPr marL="0" lvl="0" indent="0" algn="r" rtl="0">
              <a:spcBef>
                <a:spcPts val="0"/>
              </a:spcBef>
              <a:spcAft>
                <a:spcPts val="0"/>
              </a:spcAft>
              <a:buClr>
                <a:schemeClr val="dk1"/>
              </a:buClr>
              <a:buSzPts val="1100"/>
              <a:buFont typeface="Arial"/>
              <a:buNone/>
            </a:pPr>
            <a:endParaRPr sz="1700">
              <a:solidFill>
                <a:schemeClr val="accent2"/>
              </a:solidFill>
            </a:endParaRPr>
          </a:p>
        </p:txBody>
      </p:sp>
      <p:sp>
        <p:nvSpPr>
          <p:cNvPr id="283" name="Google Shape;283;p43"/>
          <p:cNvSpPr txBox="1">
            <a:spLocks noGrp="1"/>
          </p:cNvSpPr>
          <p:nvPr>
            <p:ph type="title" idx="2"/>
          </p:nvPr>
        </p:nvSpPr>
        <p:spPr>
          <a:xfrm>
            <a:off x="6299950" y="568475"/>
            <a:ext cx="1734300" cy="1141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6500"/>
              <a:t>II-</a:t>
            </a:r>
            <a:endParaRPr sz="6500"/>
          </a:p>
        </p:txBody>
      </p:sp>
      <p:sp>
        <p:nvSpPr>
          <p:cNvPr id="284" name="Google Shape;284;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4"/>
          <p:cNvSpPr txBox="1">
            <a:spLocks noGrp="1"/>
          </p:cNvSpPr>
          <p:nvPr>
            <p:ph type="title"/>
          </p:nvPr>
        </p:nvSpPr>
        <p:spPr>
          <a:xfrm>
            <a:off x="294600" y="191325"/>
            <a:ext cx="8554800" cy="647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AutoNum type="alphaUcPeriod"/>
            </a:pPr>
            <a:r>
              <a:rPr lang="en" sz="2000"/>
              <a:t>Histoire, définition, objectifs des statistiques, données statistiques</a:t>
            </a:r>
            <a:endParaRPr sz="2000"/>
          </a:p>
        </p:txBody>
      </p:sp>
      <p:sp>
        <p:nvSpPr>
          <p:cNvPr id="290" name="Google Shape;290;p44"/>
          <p:cNvSpPr txBox="1"/>
          <p:nvPr/>
        </p:nvSpPr>
        <p:spPr>
          <a:xfrm>
            <a:off x="381850" y="903325"/>
            <a:ext cx="7592100" cy="3799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Histoire :</a:t>
            </a:r>
            <a:endParaRPr b="1" dirty="0">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Les racines des statistiques remontent à la nécessité de gérer les affaires de l'État. Les anciens Égyptiens, Chinois et Romains utilisaient déjà des recensements pour la taxation et la conscription.</a:t>
            </a:r>
            <a:endParaRPr dirty="0">
              <a:solidFill>
                <a:schemeClr val="accent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Au fil du temps, les statistiques ont évolué pour devenir un outil indispensable dans la recherche scientifique, permettant de traiter l'incertitude et de tirer des conclusions valides à partir de données observées.</a:t>
            </a:r>
            <a:endParaRPr dirty="0">
              <a:solidFill>
                <a:schemeClr val="accent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Les travaux de personnes comme Carl Friedrich Gauss et Ronald Fisher ont été cruciaux dans le développement de la théorie statistique moderne.</a:t>
            </a: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Définition :</a:t>
            </a:r>
            <a:endParaRPr b="1" dirty="0">
              <a:solidFill>
                <a:schemeClr val="dk2"/>
              </a:solidFill>
              <a:latin typeface="Montserrat"/>
              <a:ea typeface="Montserrat"/>
              <a:cs typeface="Montserrat"/>
              <a:sym typeface="Montserrat"/>
            </a:endParaRPr>
          </a:p>
          <a:p>
            <a:pPr marL="45720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Il est important de souligner que les statistiques ne se limitent pas à la simple collecte de chiffres. Elles englobent un ensemble de méthodes pour :</a:t>
            </a:r>
            <a:endParaRPr dirty="0">
              <a:solidFill>
                <a:schemeClr val="accent2"/>
              </a:solidFill>
              <a:latin typeface="Montserrat"/>
              <a:ea typeface="Montserrat"/>
              <a:cs typeface="Montserrat"/>
              <a:sym typeface="Montserrat"/>
            </a:endParaRPr>
          </a:p>
          <a:p>
            <a:pPr marL="914400" lvl="0"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Concevoir des expériences et des enquêtes.</a:t>
            </a:r>
            <a:endParaRPr dirty="0">
              <a:solidFill>
                <a:schemeClr val="accent2"/>
              </a:solidFill>
              <a:latin typeface="Montserrat"/>
              <a:ea typeface="Montserrat"/>
              <a:cs typeface="Montserrat"/>
              <a:sym typeface="Montserrat"/>
            </a:endParaRPr>
          </a:p>
          <a:p>
            <a:pPr marL="457200" lvl="0" indent="0" algn="l" rtl="0">
              <a:spcBef>
                <a:spcPts val="0"/>
              </a:spcBef>
              <a:spcAft>
                <a:spcPts val="0"/>
              </a:spcAft>
              <a:buNone/>
            </a:pPr>
            <a:endParaRPr dirty="0">
              <a:solidFill>
                <a:schemeClr val="accent2"/>
              </a:solidFill>
              <a:latin typeface="Montserrat"/>
              <a:ea typeface="Montserrat"/>
              <a:cs typeface="Montserrat"/>
              <a:sym typeface="Montserrat"/>
            </a:endParaRPr>
          </a:p>
        </p:txBody>
      </p:sp>
      <p:sp>
        <p:nvSpPr>
          <p:cNvPr id="291" name="Google Shape;291;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5</a:t>
            </a:fld>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5"/>
          <p:cNvSpPr txBox="1">
            <a:spLocks noGrp="1"/>
          </p:cNvSpPr>
          <p:nvPr>
            <p:ph type="title"/>
          </p:nvPr>
        </p:nvSpPr>
        <p:spPr>
          <a:xfrm>
            <a:off x="443725" y="191325"/>
            <a:ext cx="7708200" cy="647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AutoNum type="alphaUcPeriod"/>
            </a:pPr>
            <a:r>
              <a:rPr lang="en" sz="2000"/>
              <a:t>Histoire, définition, objectifs des statistiques, données statistiques</a:t>
            </a:r>
            <a:endParaRPr sz="2000"/>
          </a:p>
        </p:txBody>
      </p:sp>
      <p:sp>
        <p:nvSpPr>
          <p:cNvPr id="297" name="Google Shape;297;p45"/>
          <p:cNvSpPr txBox="1"/>
          <p:nvPr/>
        </p:nvSpPr>
        <p:spPr>
          <a:xfrm>
            <a:off x="348800" y="892300"/>
            <a:ext cx="7592100" cy="3799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Organiser et résumer les données.</a:t>
            </a: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Modéliser les relations entre les variables.</a:t>
            </a: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Faire des prévisions et prendre des décisions.</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Objectifs :</a:t>
            </a:r>
            <a:endParaRPr b="1" dirty="0">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accent2"/>
              </a:buClr>
              <a:buSzPts val="1400"/>
              <a:buFont typeface="Montserrat"/>
              <a:buChar char="○"/>
            </a:pPr>
            <a:r>
              <a:rPr lang="en" b="1" dirty="0">
                <a:solidFill>
                  <a:schemeClr val="accent2"/>
                </a:solidFill>
                <a:latin typeface="Montserrat"/>
                <a:ea typeface="Montserrat"/>
                <a:cs typeface="Montserrat"/>
                <a:sym typeface="Montserrat"/>
              </a:rPr>
              <a:t>Synthétiser l'information :</a:t>
            </a:r>
            <a:r>
              <a:rPr lang="en" dirty="0">
                <a:solidFill>
                  <a:schemeClr val="accent2"/>
                </a:solidFill>
                <a:latin typeface="Montserrat"/>
                <a:ea typeface="Montserrat"/>
                <a:cs typeface="Montserrat"/>
                <a:sym typeface="Montserrat"/>
              </a:rPr>
              <a:t> Transformer des ensembles de données complexes en informations compréhensibles.</a:t>
            </a:r>
            <a:endParaRPr dirty="0">
              <a:solidFill>
                <a:schemeClr val="accent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accent2"/>
              </a:buClr>
              <a:buSzPts val="1400"/>
              <a:buFont typeface="Montserrat"/>
              <a:buChar char="○"/>
            </a:pPr>
            <a:r>
              <a:rPr lang="en" b="1" dirty="0">
                <a:solidFill>
                  <a:schemeClr val="accent2"/>
                </a:solidFill>
                <a:latin typeface="Montserrat"/>
                <a:ea typeface="Montserrat"/>
                <a:cs typeface="Montserrat"/>
                <a:sym typeface="Montserrat"/>
              </a:rPr>
              <a:t>Découvrir des relations : </a:t>
            </a:r>
            <a:r>
              <a:rPr lang="en" dirty="0">
                <a:solidFill>
                  <a:schemeClr val="accent2"/>
                </a:solidFill>
                <a:latin typeface="Montserrat"/>
                <a:ea typeface="Montserrat"/>
                <a:cs typeface="Montserrat"/>
                <a:sym typeface="Montserrat"/>
              </a:rPr>
              <a:t>Identifier les liens entre les variables, ce qui peut révéler des tendances et des modèles cachés.</a:t>
            </a:r>
            <a:endParaRPr dirty="0">
              <a:solidFill>
                <a:schemeClr val="accent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accent2"/>
              </a:buClr>
              <a:buSzPts val="1400"/>
              <a:buFont typeface="Montserrat"/>
              <a:buChar char="○"/>
            </a:pPr>
            <a:r>
              <a:rPr lang="en" b="1" dirty="0">
                <a:solidFill>
                  <a:schemeClr val="accent2"/>
                </a:solidFill>
                <a:latin typeface="Montserrat"/>
                <a:ea typeface="Montserrat"/>
                <a:cs typeface="Montserrat"/>
                <a:sym typeface="Montserrat"/>
              </a:rPr>
              <a:t>Prédire des comportements : </a:t>
            </a:r>
            <a:r>
              <a:rPr lang="en" dirty="0">
                <a:solidFill>
                  <a:schemeClr val="accent2"/>
                </a:solidFill>
                <a:latin typeface="Montserrat"/>
                <a:ea typeface="Montserrat"/>
                <a:cs typeface="Montserrat"/>
                <a:sym typeface="Montserrat"/>
              </a:rPr>
              <a:t>Utiliser les données passées pour anticiper les événements futurs.</a:t>
            </a:r>
            <a:endParaRPr dirty="0">
              <a:solidFill>
                <a:schemeClr val="accent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accent2"/>
              </a:buClr>
              <a:buSzPts val="1400"/>
              <a:buFont typeface="Montserrat"/>
              <a:buChar char="○"/>
            </a:pPr>
            <a:r>
              <a:rPr lang="en" b="1" dirty="0">
                <a:solidFill>
                  <a:schemeClr val="accent2"/>
                </a:solidFill>
                <a:latin typeface="Montserrat"/>
                <a:ea typeface="Montserrat"/>
                <a:cs typeface="Montserrat"/>
                <a:sym typeface="Montserrat"/>
              </a:rPr>
              <a:t>Appuyer la prise de décision : </a:t>
            </a:r>
            <a:r>
              <a:rPr lang="en" dirty="0">
                <a:solidFill>
                  <a:schemeClr val="accent2"/>
                </a:solidFill>
                <a:latin typeface="Montserrat"/>
                <a:ea typeface="Montserrat"/>
                <a:cs typeface="Montserrat"/>
                <a:sym typeface="Montserrat"/>
              </a:rPr>
              <a:t>Fournir des preuves objectives pour étayer les choix dans divers domaines.</a:t>
            </a:r>
            <a:endParaRPr dirty="0">
              <a:solidFill>
                <a:schemeClr val="accent2"/>
              </a:solidFill>
              <a:latin typeface="Montserrat"/>
              <a:ea typeface="Montserrat"/>
              <a:cs typeface="Montserrat"/>
              <a:sym typeface="Montserrat"/>
            </a:endParaRPr>
          </a:p>
          <a:p>
            <a:pPr marL="0" lvl="0" indent="0" algn="l" rtl="0">
              <a:spcBef>
                <a:spcPts val="0"/>
              </a:spcBef>
              <a:spcAft>
                <a:spcPts val="0"/>
              </a:spcAft>
              <a:buNone/>
            </a:pPr>
            <a:endParaRPr dirty="0">
              <a:solidFill>
                <a:schemeClr val="accent2"/>
              </a:solidFill>
              <a:latin typeface="Montserrat"/>
              <a:ea typeface="Montserrat"/>
              <a:cs typeface="Montserrat"/>
              <a:sym typeface="Montserrat"/>
            </a:endParaRPr>
          </a:p>
        </p:txBody>
      </p:sp>
      <p:sp>
        <p:nvSpPr>
          <p:cNvPr id="298" name="Google Shape;298;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6</a:t>
            </a:fld>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6"/>
          <p:cNvSpPr txBox="1">
            <a:spLocks noGrp="1"/>
          </p:cNvSpPr>
          <p:nvPr>
            <p:ph type="title"/>
          </p:nvPr>
        </p:nvSpPr>
        <p:spPr>
          <a:xfrm>
            <a:off x="443725" y="191325"/>
            <a:ext cx="7708200" cy="647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AutoNum type="alphaUcPeriod"/>
            </a:pPr>
            <a:r>
              <a:rPr lang="en" sz="2000"/>
              <a:t>Histoire, définition, objectifs des statistiques, données statistiques</a:t>
            </a:r>
            <a:endParaRPr sz="2000"/>
          </a:p>
        </p:txBody>
      </p:sp>
      <p:sp>
        <p:nvSpPr>
          <p:cNvPr id="304" name="Google Shape;304;p46"/>
          <p:cNvSpPr txBox="1"/>
          <p:nvPr/>
        </p:nvSpPr>
        <p:spPr>
          <a:xfrm>
            <a:off x="381850" y="1002450"/>
            <a:ext cx="7592100" cy="3799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Données Statistiques :</a:t>
            </a:r>
            <a:endParaRPr b="1" dirty="0">
              <a:solidFill>
                <a:schemeClr val="dk2"/>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dirty="0">
                <a:solidFill>
                  <a:schemeClr val="accent2"/>
                </a:solidFill>
                <a:latin typeface="Montserrat"/>
                <a:ea typeface="Montserrat"/>
                <a:cs typeface="Montserrat"/>
                <a:sym typeface="Montserrat"/>
              </a:rPr>
              <a:t>Les données peuvent être de différents types :</a:t>
            </a: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Quantitatives : Numériques (continues ou discrètes).</a:t>
            </a: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Qualitatives : Catégorielles (nominales ou ordinales).</a:t>
            </a: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accent2"/>
              </a:buClr>
              <a:buSzPts val="1400"/>
              <a:buFont typeface="Montserrat"/>
              <a:buChar char="●"/>
            </a:pPr>
            <a:r>
              <a:rPr lang="en" dirty="0">
                <a:solidFill>
                  <a:schemeClr val="accent2"/>
                </a:solidFill>
                <a:latin typeface="Montserrat"/>
                <a:ea typeface="Montserrat"/>
                <a:cs typeface="Montserrat"/>
                <a:sym typeface="Montserrat"/>
              </a:rPr>
              <a:t>La qualité des données est cruciale. Des données erronées ou incomplètes peuvent conduire à des conclusions fausses.</a:t>
            </a:r>
            <a:endParaRPr dirty="0">
              <a:solidFill>
                <a:schemeClr val="accent2"/>
              </a:solidFill>
              <a:latin typeface="Montserrat"/>
              <a:ea typeface="Montserrat"/>
              <a:cs typeface="Montserrat"/>
              <a:sym typeface="Montserrat"/>
            </a:endParaRPr>
          </a:p>
          <a:p>
            <a:pPr marL="457200" lvl="0" indent="0" algn="l" rtl="0">
              <a:lnSpc>
                <a:spcPct val="115000"/>
              </a:lnSpc>
              <a:spcBef>
                <a:spcPts val="0"/>
              </a:spcBef>
              <a:spcAft>
                <a:spcPts val="0"/>
              </a:spcAft>
              <a:buNone/>
            </a:pP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Exercice : Notes des Élèves</a:t>
            </a:r>
            <a:endParaRPr b="1" dirty="0">
              <a:solidFill>
                <a:schemeClr val="dk2"/>
              </a:solidFill>
              <a:latin typeface="Montserrat"/>
              <a:ea typeface="Montserrat"/>
              <a:cs typeface="Montserrat"/>
              <a:sym typeface="Montserrat"/>
            </a:endParaRPr>
          </a:p>
          <a:p>
            <a:pPr marL="0" lvl="0" indent="0" algn="l" rtl="0">
              <a:lnSpc>
                <a:spcPct val="115000"/>
              </a:lnSpc>
              <a:spcBef>
                <a:spcPts val="0"/>
              </a:spcBef>
              <a:spcAft>
                <a:spcPts val="0"/>
              </a:spcAft>
              <a:buNone/>
            </a:pP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Pour illustrer les concepts statistiques, prenons un exemple concret : les notes d'une classe.</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Supposons que nous ayons les notes suivantes : 10, 12, 14, 8, 11, 13, 9, 15, 12, 10.</a:t>
            </a: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Moyenne :</a:t>
            </a:r>
            <a:endParaRPr b="1" dirty="0">
              <a:solidFill>
                <a:schemeClr val="dk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La moyenne est la somme de toutes les valeurs divisée par le nombre de valeurs.</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Moyenne = (10 + 12 + 14 + 8 + 11 + 13 + 9 + 15 + 12 + 10) / 10 = 11,4</a:t>
            </a:r>
            <a:endParaRPr dirty="0">
              <a:solidFill>
                <a:schemeClr val="accent2"/>
              </a:solidFill>
              <a:latin typeface="Montserrat"/>
              <a:ea typeface="Montserrat"/>
              <a:cs typeface="Montserrat"/>
              <a:sym typeface="Montserrat"/>
            </a:endParaRPr>
          </a:p>
          <a:p>
            <a:pPr marL="0" lvl="0" indent="0" algn="l" rtl="0">
              <a:spcBef>
                <a:spcPts val="0"/>
              </a:spcBef>
              <a:spcAft>
                <a:spcPts val="0"/>
              </a:spcAft>
              <a:buNone/>
            </a:pPr>
            <a:endParaRPr dirty="0">
              <a:solidFill>
                <a:schemeClr val="accent2"/>
              </a:solidFill>
              <a:latin typeface="Montserrat"/>
              <a:ea typeface="Montserrat"/>
              <a:cs typeface="Montserrat"/>
              <a:sym typeface="Montserrat"/>
            </a:endParaRPr>
          </a:p>
        </p:txBody>
      </p:sp>
      <p:sp>
        <p:nvSpPr>
          <p:cNvPr id="305" name="Google Shape;305;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7</a:t>
            </a:fld>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7"/>
          <p:cNvSpPr txBox="1">
            <a:spLocks noGrp="1"/>
          </p:cNvSpPr>
          <p:nvPr>
            <p:ph type="title"/>
          </p:nvPr>
        </p:nvSpPr>
        <p:spPr>
          <a:xfrm>
            <a:off x="443725" y="191325"/>
            <a:ext cx="7708200" cy="6477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SzPts val="2000"/>
              <a:buAutoNum type="alphaUcPeriod"/>
            </a:pPr>
            <a:r>
              <a:rPr lang="en" sz="2000"/>
              <a:t>Histoire, définition, objectifs des statistiques, données statistiques</a:t>
            </a:r>
            <a:endParaRPr sz="2000"/>
          </a:p>
        </p:txBody>
      </p:sp>
      <p:sp>
        <p:nvSpPr>
          <p:cNvPr id="311" name="Google Shape;311;p47"/>
          <p:cNvSpPr txBox="1"/>
          <p:nvPr/>
        </p:nvSpPr>
        <p:spPr>
          <a:xfrm>
            <a:off x="381850" y="1002450"/>
            <a:ext cx="7592100" cy="37995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Médiane :</a:t>
            </a:r>
            <a:endParaRPr b="1" dirty="0">
              <a:solidFill>
                <a:schemeClr val="dk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La médiane est la valeur centrale d'un ensemble de données triées.</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En triant les notes : 8, 9, 10, 10, 11, 12, 12, 13, 14, 15.</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La médiane est donc (11+12)/2 = 11.5</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endParaRPr dirty="0">
              <a:solidFill>
                <a:schemeClr val="accent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Écart-type :</a:t>
            </a:r>
            <a:endParaRPr b="1" dirty="0">
              <a:solidFill>
                <a:schemeClr val="dk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L'écart-type mesure la dispersion des données autour de la moyenne.</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Pour calculer l'écart-type, il faut d'abord calculer la variance, qui est la moyenne des carrés des écarts à la moyenne. L'écart-type est la racine carrée de la variance.</a:t>
            </a:r>
            <a:endParaRPr dirty="0">
              <a:solidFill>
                <a:schemeClr val="accent2"/>
              </a:solidFill>
              <a:latin typeface="Montserrat"/>
              <a:ea typeface="Montserrat"/>
              <a:cs typeface="Montserrat"/>
              <a:sym typeface="Montserrat"/>
            </a:endParaRPr>
          </a:p>
          <a:p>
            <a:pPr marL="0" lvl="0" indent="0" algn="l" rtl="0">
              <a:lnSpc>
                <a:spcPct val="115000"/>
              </a:lnSpc>
              <a:spcBef>
                <a:spcPts val="0"/>
              </a:spcBef>
              <a:spcAft>
                <a:spcPts val="0"/>
              </a:spcAft>
              <a:buNone/>
            </a:pPr>
            <a:r>
              <a:rPr lang="en" dirty="0">
                <a:solidFill>
                  <a:schemeClr val="accent2"/>
                </a:solidFill>
                <a:latin typeface="Montserrat"/>
                <a:ea typeface="Montserrat"/>
                <a:cs typeface="Montserrat"/>
                <a:sym typeface="Montserrat"/>
              </a:rPr>
              <a:t>L'écart-type est un calcul un peu plus complexe, mais de nos jours, les logiciels de calcul statistique le font automatiquement.</a:t>
            </a:r>
            <a:endParaRPr dirty="0">
              <a:solidFill>
                <a:schemeClr val="accent2"/>
              </a:solidFill>
              <a:latin typeface="Montserrat"/>
              <a:ea typeface="Montserrat"/>
              <a:cs typeface="Montserrat"/>
              <a:sym typeface="Montserrat"/>
            </a:endParaRPr>
          </a:p>
          <a:p>
            <a:pPr marL="0" lvl="0" indent="0" algn="l" rtl="0">
              <a:spcBef>
                <a:spcPts val="0"/>
              </a:spcBef>
              <a:spcAft>
                <a:spcPts val="0"/>
              </a:spcAft>
              <a:buNone/>
            </a:pPr>
            <a:endParaRPr dirty="0">
              <a:solidFill>
                <a:schemeClr val="accent2"/>
              </a:solidFill>
              <a:latin typeface="Montserrat"/>
              <a:ea typeface="Montserrat"/>
              <a:cs typeface="Montserrat"/>
              <a:sym typeface="Montserrat"/>
            </a:endParaRPr>
          </a:p>
        </p:txBody>
      </p:sp>
      <p:sp>
        <p:nvSpPr>
          <p:cNvPr id="312" name="Google Shape;312;p4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8</a:t>
            </a:fld>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8"/>
          <p:cNvSpPr txBox="1">
            <a:spLocks noGrp="1"/>
          </p:cNvSpPr>
          <p:nvPr>
            <p:ph type="title"/>
          </p:nvPr>
        </p:nvSpPr>
        <p:spPr>
          <a:xfrm>
            <a:off x="585725" y="195950"/>
            <a:ext cx="8181300" cy="56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B.  Éléments statistiques, terminologie et notation standard</a:t>
            </a:r>
            <a:endParaRPr sz="2000"/>
          </a:p>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18" name="Google Shape;318;p48"/>
          <p:cNvSpPr txBox="1">
            <a:spLocks noGrp="1"/>
          </p:cNvSpPr>
          <p:nvPr>
            <p:ph type="subTitle" idx="4294967295"/>
          </p:nvPr>
        </p:nvSpPr>
        <p:spPr>
          <a:xfrm>
            <a:off x="585725" y="665925"/>
            <a:ext cx="8181300" cy="39849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b="1" dirty="0"/>
              <a:t>Population (N) :</a:t>
            </a:r>
            <a:endParaRPr sz="1400" b="1" dirty="0"/>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La population représente l'ensemble complet de tous les éléments que nous souhaitons étudier. Il peut s'agir de personnes, d'objets, d'événements, etc.</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Par exemple, si nous voulons étudier la taille de tous les étudiants d'une université, la population serait l'ensemble de tous les étudiants de cette université.</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Il est important de noter que la taille de la population est représentée par la lettre majuscule "N". </a:t>
            </a:r>
            <a:endParaRPr sz="1400" b="1" dirty="0">
              <a:solidFill>
                <a:schemeClr val="dk1"/>
              </a:solidFill>
            </a:endParaRPr>
          </a:p>
          <a:p>
            <a:pPr marL="457200" lvl="0" indent="-317500" algn="l" rtl="0">
              <a:lnSpc>
                <a:spcPct val="115000"/>
              </a:lnSpc>
              <a:spcBef>
                <a:spcPts val="0"/>
              </a:spcBef>
              <a:spcAft>
                <a:spcPts val="0"/>
              </a:spcAft>
              <a:buSzPts val="1400"/>
              <a:buChar char="➢"/>
            </a:pPr>
            <a:r>
              <a:rPr lang="en" sz="1400" b="1" dirty="0"/>
              <a:t>Échantillon (n) :</a:t>
            </a:r>
            <a:endParaRPr sz="1400" b="1" dirty="0"/>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Un échantillon est un </a:t>
            </a:r>
            <a:r>
              <a:rPr lang="en" sz="1400" b="1" dirty="0">
                <a:solidFill>
                  <a:schemeClr val="dk1"/>
                </a:solidFill>
              </a:rPr>
              <a:t>sous-ensemble de la population</a:t>
            </a:r>
            <a:r>
              <a:rPr lang="en" sz="1400" dirty="0">
                <a:solidFill>
                  <a:schemeClr val="dk1"/>
                </a:solidFill>
              </a:rPr>
              <a:t>, sélectionné de manière à être représentatif de l'ensemble de la population.</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L'échantillon est utilisé lorsque la population est trop grande ou trop difficile à étudier dans son intégralité. </a:t>
            </a:r>
            <a:endParaRPr sz="1400" b="1"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Par exemple, au lieu de mesurer la taille de tous les étudiants de l'université, nous pourrions sélectionner un échantillon aléatoire de 100 étudiants.</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La taille de l'échantillon est représenter par la lettre minuscule "n".</a:t>
            </a:r>
            <a:endParaRPr sz="1400" dirty="0">
              <a:solidFill>
                <a:schemeClr val="dk1"/>
              </a:solidFill>
            </a:endParaRPr>
          </a:p>
          <a:p>
            <a:pPr marL="457200" lvl="0" indent="0" algn="l" rtl="0">
              <a:spcBef>
                <a:spcPts val="0"/>
              </a:spcBef>
              <a:spcAft>
                <a:spcPts val="1600"/>
              </a:spcAft>
              <a:buNone/>
            </a:pPr>
            <a:endParaRPr sz="1400" dirty="0">
              <a:solidFill>
                <a:schemeClr val="dk1"/>
              </a:solidFill>
            </a:endParaRPr>
          </a:p>
        </p:txBody>
      </p:sp>
      <p:sp>
        <p:nvSpPr>
          <p:cNvPr id="319" name="Google Shape;319;p48"/>
          <p:cNvSpPr/>
          <p:nvPr/>
        </p:nvSpPr>
        <p:spPr>
          <a:xfrm flipH="1">
            <a:off x="50" y="4834275"/>
            <a:ext cx="4572000" cy="309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8"/>
          <p:cNvSpPr/>
          <p:nvPr/>
        </p:nvSpPr>
        <p:spPr>
          <a:xfrm flipH="1">
            <a:off x="4572000" y="4834275"/>
            <a:ext cx="4572000" cy="309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9</a:t>
            </a:fld>
            <a:endParaRPr>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9"/>
          <p:cNvSpPr txBox="1">
            <a:spLocks noGrp="1"/>
          </p:cNvSpPr>
          <p:nvPr>
            <p:ph type="title"/>
          </p:nvPr>
        </p:nvSpPr>
        <p:spPr>
          <a:xfrm>
            <a:off x="585725" y="195950"/>
            <a:ext cx="8181300" cy="56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B.  Éléments statistiques, terminologie et notation standard</a:t>
            </a:r>
            <a:endParaRPr sz="20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27" name="Google Shape;327;p49"/>
          <p:cNvSpPr txBox="1">
            <a:spLocks noGrp="1"/>
          </p:cNvSpPr>
          <p:nvPr>
            <p:ph type="subTitle" idx="4294967295"/>
          </p:nvPr>
        </p:nvSpPr>
        <p:spPr>
          <a:xfrm>
            <a:off x="585725" y="665925"/>
            <a:ext cx="8401500" cy="39849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b="1" dirty="0"/>
              <a:t>Paramètre :</a:t>
            </a:r>
            <a:endParaRPr sz="1400" b="1" dirty="0"/>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Un paramètre est une caractéristique numérique qui décrit une population.</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Par exemple, la moyenne de la taille de tous les étudiants de l'université serait un paramètre.</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Les paramètres sont souvent inconnu, et on utilise les statistiques pour les estimer.</a:t>
            </a:r>
            <a:endParaRPr sz="1400" dirty="0">
              <a:solidFill>
                <a:schemeClr val="dk1"/>
              </a:solidFill>
            </a:endParaRPr>
          </a:p>
          <a:p>
            <a:pPr marL="457200" lvl="0" indent="-317500" algn="l" rtl="0">
              <a:lnSpc>
                <a:spcPct val="115000"/>
              </a:lnSpc>
              <a:spcBef>
                <a:spcPts val="0"/>
              </a:spcBef>
              <a:spcAft>
                <a:spcPts val="0"/>
              </a:spcAft>
              <a:buSzPts val="1400"/>
              <a:buChar char="➢"/>
            </a:pPr>
            <a:r>
              <a:rPr lang="en" sz="1400" b="1" dirty="0"/>
              <a:t>Statistique :</a:t>
            </a:r>
            <a:endParaRPr sz="1400" b="1" dirty="0"/>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Une statistique est une caractéristique numérique qui décrit un échantillon.</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Par exemple, la moyenne de la taille des 100 étudiants de l'échantillon serait une statistique.</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Les statistiques sont calculées </a:t>
            </a:r>
            <a:r>
              <a:rPr lang="en" sz="1400" b="1" dirty="0">
                <a:solidFill>
                  <a:schemeClr val="dk1"/>
                </a:solidFill>
              </a:rPr>
              <a:t>à partir des données de l'échantillo</a:t>
            </a:r>
            <a:r>
              <a:rPr lang="en" sz="1400" dirty="0">
                <a:solidFill>
                  <a:schemeClr val="dk1"/>
                </a:solidFill>
              </a:rPr>
              <a:t>n et sont utilisées pour estimer les paramètres de la population.</a:t>
            </a:r>
            <a:endParaRPr sz="1400" dirty="0">
              <a:solidFill>
                <a:schemeClr val="dk1"/>
              </a:solidFill>
            </a:endParaRPr>
          </a:p>
          <a:p>
            <a:pPr marL="457200" lvl="0" indent="-317500" algn="l" rtl="0">
              <a:lnSpc>
                <a:spcPct val="115000"/>
              </a:lnSpc>
              <a:spcBef>
                <a:spcPts val="0"/>
              </a:spcBef>
              <a:spcAft>
                <a:spcPts val="0"/>
              </a:spcAft>
              <a:buSzPts val="1400"/>
              <a:buChar char="➢"/>
            </a:pPr>
            <a:r>
              <a:rPr lang="en" sz="1400" b="1" dirty="0"/>
              <a:t>Formule de la moyenne :</a:t>
            </a:r>
            <a:endParaRPr sz="1400" b="1" dirty="0"/>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La moyenne est une mesure de la tendance centrale d'un ensemble de données.</a:t>
            </a:r>
            <a:endParaRPr sz="1400" dirty="0">
              <a:solidFill>
                <a:schemeClr val="dk1"/>
              </a:solidFill>
            </a:endParaRPr>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Il y a une différence de notation entre la moyenne d'une population et la moyenne d'un échantillon.</a:t>
            </a:r>
            <a:endParaRPr sz="1400" dirty="0">
              <a:solidFill>
                <a:schemeClr val="dk1"/>
              </a:solidFill>
            </a:endParaRPr>
          </a:p>
        </p:txBody>
      </p:sp>
      <p:sp>
        <p:nvSpPr>
          <p:cNvPr id="328" name="Google Shape;328;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10</a:t>
            </a:fld>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0"/>
          <p:cNvSpPr txBox="1">
            <a:spLocks noGrp="1"/>
          </p:cNvSpPr>
          <p:nvPr>
            <p:ph type="title"/>
          </p:nvPr>
        </p:nvSpPr>
        <p:spPr>
          <a:xfrm>
            <a:off x="585725" y="195950"/>
            <a:ext cx="8181300" cy="56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B.  Éléments statistiques, terminologie et notation standard</a:t>
            </a:r>
            <a:endParaRPr sz="20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34" name="Google Shape;334;p50"/>
          <p:cNvSpPr txBox="1">
            <a:spLocks noGrp="1"/>
          </p:cNvSpPr>
          <p:nvPr>
            <p:ph type="subTitle" idx="4294967295"/>
          </p:nvPr>
        </p:nvSpPr>
        <p:spPr>
          <a:xfrm>
            <a:off x="585725" y="853175"/>
            <a:ext cx="8401500" cy="39849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b="1" dirty="0"/>
              <a:t>Moyenne de la population : μ = (Σx) / N</a:t>
            </a:r>
            <a:endParaRPr sz="1400" b="1" dirty="0"/>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où </a:t>
            </a:r>
            <a:r>
              <a:rPr lang="en" sz="1400" b="1" dirty="0"/>
              <a:t>μ </a:t>
            </a:r>
            <a:r>
              <a:rPr lang="en" sz="1400" dirty="0">
                <a:solidFill>
                  <a:schemeClr val="dk1"/>
                </a:solidFill>
              </a:rPr>
              <a:t>est la moyenne de la population, </a:t>
            </a:r>
            <a:r>
              <a:rPr lang="en" sz="1400" b="1" dirty="0"/>
              <a:t>Σx </a:t>
            </a:r>
            <a:r>
              <a:rPr lang="en" sz="1400" dirty="0">
                <a:solidFill>
                  <a:schemeClr val="dk1"/>
                </a:solidFill>
              </a:rPr>
              <a:t>est la somme de toutes les valeurs de la population, et N est la taille de la population.</a:t>
            </a:r>
            <a:endParaRPr sz="1400" dirty="0">
              <a:solidFill>
                <a:schemeClr val="dk1"/>
              </a:solidFill>
            </a:endParaRPr>
          </a:p>
          <a:p>
            <a:pPr marL="457200" lvl="0" indent="-317500" algn="l" rtl="0">
              <a:lnSpc>
                <a:spcPct val="115000"/>
              </a:lnSpc>
              <a:spcBef>
                <a:spcPts val="0"/>
              </a:spcBef>
              <a:spcAft>
                <a:spcPts val="0"/>
              </a:spcAft>
              <a:buSzPts val="1400"/>
              <a:buChar char="➢"/>
            </a:pPr>
            <a:r>
              <a:rPr lang="en" sz="1400" b="1" dirty="0"/>
              <a:t>Moyenne de l'échantillon : x̄ = (Σx) / n</a:t>
            </a:r>
            <a:endParaRPr sz="1400" b="1" dirty="0"/>
          </a:p>
          <a:p>
            <a:pPr marL="914400" lvl="1" indent="-317500" algn="l" rtl="0">
              <a:lnSpc>
                <a:spcPct val="115000"/>
              </a:lnSpc>
              <a:spcBef>
                <a:spcPts val="0"/>
              </a:spcBef>
              <a:spcAft>
                <a:spcPts val="0"/>
              </a:spcAft>
              <a:buClr>
                <a:schemeClr val="dk1"/>
              </a:buClr>
              <a:buSzPts val="1400"/>
              <a:buChar char="○"/>
            </a:pPr>
            <a:r>
              <a:rPr lang="en" sz="1400" dirty="0">
                <a:solidFill>
                  <a:schemeClr val="dk1"/>
                </a:solidFill>
              </a:rPr>
              <a:t>où</a:t>
            </a:r>
            <a:r>
              <a:rPr lang="en" sz="1400" b="1" dirty="0"/>
              <a:t> x̄ </a:t>
            </a:r>
            <a:r>
              <a:rPr lang="en" sz="1400" dirty="0">
                <a:solidFill>
                  <a:schemeClr val="dk1"/>
                </a:solidFill>
              </a:rPr>
              <a:t>est la moyenne de l'échantillon, Σx est la somme de toutes les valeurs de l'échantillon, et n est la taille de l'échantillon.</a:t>
            </a:r>
            <a:endParaRPr sz="1400" dirty="0">
              <a:solidFill>
                <a:schemeClr val="dk1"/>
              </a:solidFill>
            </a:endParaRPr>
          </a:p>
          <a:p>
            <a:pPr marL="457200" lvl="0" indent="0" algn="l" rtl="0">
              <a:lnSpc>
                <a:spcPct val="115000"/>
              </a:lnSpc>
              <a:spcBef>
                <a:spcPts val="0"/>
              </a:spcBef>
              <a:spcAft>
                <a:spcPts val="0"/>
              </a:spcAft>
              <a:buNone/>
            </a:pPr>
            <a:endParaRPr sz="1400" dirty="0">
              <a:solidFill>
                <a:schemeClr val="dk1"/>
              </a:solidFill>
            </a:endParaRPr>
          </a:p>
          <a:p>
            <a:pPr marL="457200" lvl="0" indent="-317500" algn="l" rtl="0">
              <a:lnSpc>
                <a:spcPct val="115000"/>
              </a:lnSpc>
              <a:spcBef>
                <a:spcPts val="0"/>
              </a:spcBef>
              <a:spcAft>
                <a:spcPts val="0"/>
              </a:spcAft>
              <a:buSzPts val="1400"/>
              <a:buChar char="➢"/>
            </a:pPr>
            <a:r>
              <a:rPr lang="en" sz="1400" b="1" dirty="0"/>
              <a:t>Importance de la distinction</a:t>
            </a:r>
            <a:endParaRPr sz="1400" b="1" dirty="0"/>
          </a:p>
          <a:p>
            <a:pPr marL="457200" lvl="0" indent="0" algn="l" rtl="0">
              <a:lnSpc>
                <a:spcPct val="115000"/>
              </a:lnSpc>
              <a:spcBef>
                <a:spcPts val="0"/>
              </a:spcBef>
              <a:spcAft>
                <a:spcPts val="0"/>
              </a:spcAft>
              <a:buNone/>
            </a:pPr>
            <a:endParaRPr sz="1400" dirty="0">
              <a:solidFill>
                <a:schemeClr val="dk1"/>
              </a:solidFill>
            </a:endParaRPr>
          </a:p>
          <a:p>
            <a:pPr marL="457200" lvl="0" indent="0" algn="l" rtl="0">
              <a:lnSpc>
                <a:spcPct val="115000"/>
              </a:lnSpc>
              <a:spcBef>
                <a:spcPts val="0"/>
              </a:spcBef>
              <a:spcAft>
                <a:spcPts val="0"/>
              </a:spcAft>
              <a:buNone/>
            </a:pPr>
            <a:r>
              <a:rPr lang="en" sz="1400" dirty="0">
                <a:solidFill>
                  <a:schemeClr val="dk1"/>
                </a:solidFill>
              </a:rPr>
              <a:t>Il est crucial de comprendre la différence entre la population et l'échantillon, ainsi qu'entre les paramètres et les statistiques. Les </a:t>
            </a:r>
            <a:r>
              <a:rPr lang="en" sz="1400" b="1" dirty="0">
                <a:solidFill>
                  <a:schemeClr val="dk1"/>
                </a:solidFill>
              </a:rPr>
              <a:t>statistiques</a:t>
            </a:r>
            <a:r>
              <a:rPr lang="en" sz="1400" dirty="0">
                <a:solidFill>
                  <a:schemeClr val="dk1"/>
                </a:solidFill>
              </a:rPr>
              <a:t> sont utilisées pour estimer les paramètres, et la précision de cette estimation dépend de la </a:t>
            </a:r>
            <a:r>
              <a:rPr lang="en" sz="1400" b="1" dirty="0">
                <a:solidFill>
                  <a:schemeClr val="dk1"/>
                </a:solidFill>
              </a:rPr>
              <a:t>représentativité</a:t>
            </a:r>
            <a:r>
              <a:rPr lang="en" sz="1400" dirty="0">
                <a:solidFill>
                  <a:schemeClr val="dk1"/>
                </a:solidFill>
              </a:rPr>
              <a:t> de l'échantillon.</a:t>
            </a:r>
            <a:endParaRPr sz="1400" dirty="0">
              <a:solidFill>
                <a:schemeClr val="dk1"/>
              </a:solidFill>
            </a:endParaRPr>
          </a:p>
          <a:p>
            <a:pPr marL="457200" lvl="0" indent="0" algn="l" rtl="0">
              <a:lnSpc>
                <a:spcPct val="115000"/>
              </a:lnSpc>
              <a:spcBef>
                <a:spcPts val="0"/>
              </a:spcBef>
              <a:spcAft>
                <a:spcPts val="0"/>
              </a:spcAft>
              <a:buNone/>
            </a:pPr>
            <a:endParaRPr sz="1400" dirty="0">
              <a:solidFill>
                <a:schemeClr val="dk1"/>
              </a:solidFill>
            </a:endParaRPr>
          </a:p>
        </p:txBody>
      </p:sp>
      <p:sp>
        <p:nvSpPr>
          <p:cNvPr id="335" name="Google Shape;335;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11</a:t>
            </a:fld>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1"/>
          <p:cNvSpPr txBox="1">
            <a:spLocks noGrp="1"/>
          </p:cNvSpPr>
          <p:nvPr>
            <p:ph type="title"/>
          </p:nvPr>
        </p:nvSpPr>
        <p:spPr>
          <a:xfrm>
            <a:off x="208375" y="92700"/>
            <a:ext cx="8348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100"/>
              <a:t>C. Variables, données statistiques, tableaux, effectifs</a:t>
            </a:r>
            <a:endParaRPr sz="2100"/>
          </a:p>
        </p:txBody>
      </p:sp>
      <p:sp>
        <p:nvSpPr>
          <p:cNvPr id="341" name="Google Shape;341;p51"/>
          <p:cNvSpPr txBox="1">
            <a:spLocks noGrp="1"/>
          </p:cNvSpPr>
          <p:nvPr>
            <p:ph type="subTitle" idx="2"/>
          </p:nvPr>
        </p:nvSpPr>
        <p:spPr>
          <a:xfrm>
            <a:off x="412750" y="599300"/>
            <a:ext cx="8486400" cy="36720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b="1">
                <a:solidFill>
                  <a:schemeClr val="dk2"/>
                </a:solidFill>
              </a:rPr>
              <a:t>Variables</a:t>
            </a:r>
            <a:endParaRPr b="1">
              <a:solidFill>
                <a:schemeClr val="dk2"/>
              </a:solidFill>
            </a:endParaRPr>
          </a:p>
          <a:p>
            <a:pPr marL="0" lvl="0" indent="0" algn="l" rtl="0">
              <a:lnSpc>
                <a:spcPct val="115000"/>
              </a:lnSpc>
              <a:spcBef>
                <a:spcPts val="0"/>
              </a:spcBef>
              <a:spcAft>
                <a:spcPts val="0"/>
              </a:spcAft>
              <a:buClr>
                <a:schemeClr val="dk1"/>
              </a:buClr>
              <a:buSzPts val="1100"/>
              <a:buFont typeface="Arial"/>
              <a:buNone/>
            </a:pPr>
            <a:r>
              <a:rPr lang="en"/>
              <a:t>Une variable est une caractéristique ou un attribut qui peut varier d’un individu ou d’une observation à l’autre. Par exemple, le prix d'une voiture ou le niveau d'éducation sont des variables. La définition précise des variables est essentielle pour garantir une analyse statistique rigoureuse et pertinente.</a:t>
            </a:r>
            <a:endParaRPr/>
          </a:p>
          <a:p>
            <a:pPr marL="0" lvl="0" indent="0" algn="l" rtl="0">
              <a:lnSpc>
                <a:spcPct val="115000"/>
              </a:lnSpc>
              <a:spcBef>
                <a:spcPts val="0"/>
              </a:spcBef>
              <a:spcAft>
                <a:spcPts val="0"/>
              </a:spcAft>
              <a:buClr>
                <a:schemeClr val="dk1"/>
              </a:buClr>
              <a:buSzPts val="1100"/>
              <a:buFont typeface="Arial"/>
              <a:buNone/>
            </a:pPr>
            <a:endParaRPr/>
          </a:p>
          <a:p>
            <a:pPr marL="457200" lvl="0" indent="-342900" algn="l" rtl="0">
              <a:lnSpc>
                <a:spcPct val="115000"/>
              </a:lnSpc>
              <a:spcBef>
                <a:spcPts val="0"/>
              </a:spcBef>
              <a:spcAft>
                <a:spcPts val="0"/>
              </a:spcAft>
              <a:buClr>
                <a:schemeClr val="dk2"/>
              </a:buClr>
              <a:buSzPts val="1800"/>
              <a:buChar char="➢"/>
            </a:pPr>
            <a:r>
              <a:rPr lang="en" b="1">
                <a:solidFill>
                  <a:schemeClr val="dk2"/>
                </a:solidFill>
              </a:rPr>
              <a:t>Types de Variables</a:t>
            </a:r>
            <a:endParaRPr b="1">
              <a:solidFill>
                <a:schemeClr val="dk2"/>
              </a:solidFill>
            </a:endParaRPr>
          </a:p>
          <a:p>
            <a:pPr marL="457200" lvl="0" indent="-342900" algn="l" rtl="0">
              <a:lnSpc>
                <a:spcPct val="115000"/>
              </a:lnSpc>
              <a:spcBef>
                <a:spcPts val="0"/>
              </a:spcBef>
              <a:spcAft>
                <a:spcPts val="0"/>
              </a:spcAft>
              <a:buSzPts val="1800"/>
              <a:buChar char="➢"/>
            </a:pPr>
            <a:r>
              <a:rPr lang="en" b="1">
                <a:solidFill>
                  <a:schemeClr val="dk2"/>
                </a:solidFill>
              </a:rPr>
              <a:t>Variables quantitatives :</a:t>
            </a:r>
            <a:r>
              <a:rPr lang="en"/>
              <a:t> </a:t>
            </a:r>
            <a:endParaRPr/>
          </a:p>
          <a:p>
            <a:pPr marL="0" lvl="0" indent="0" algn="l" rtl="0">
              <a:lnSpc>
                <a:spcPct val="115000"/>
              </a:lnSpc>
              <a:spcBef>
                <a:spcPts val="0"/>
              </a:spcBef>
              <a:spcAft>
                <a:spcPts val="0"/>
              </a:spcAft>
              <a:buNone/>
            </a:pPr>
            <a:r>
              <a:rPr lang="en"/>
              <a:t>Ces variables représentent des valeurs numériques et mesurent une quantité.</a:t>
            </a:r>
            <a:endParaRPr/>
          </a:p>
          <a:p>
            <a:pPr marL="0" lvl="0" indent="0" algn="l" rtl="0">
              <a:lnSpc>
                <a:spcPct val="115000"/>
              </a:lnSpc>
              <a:spcBef>
                <a:spcPts val="0"/>
              </a:spcBef>
              <a:spcAft>
                <a:spcPts val="0"/>
              </a:spcAft>
              <a:buNone/>
            </a:pPr>
            <a:endParaRPr/>
          </a:p>
          <a:p>
            <a:pPr marL="457200" lvl="0" indent="-342900" algn="l" rtl="0">
              <a:lnSpc>
                <a:spcPct val="115000"/>
              </a:lnSpc>
              <a:spcBef>
                <a:spcPts val="0"/>
              </a:spcBef>
              <a:spcAft>
                <a:spcPts val="0"/>
              </a:spcAft>
              <a:buSzPts val="1800"/>
              <a:buChar char="●"/>
            </a:pPr>
            <a:r>
              <a:rPr lang="en"/>
              <a:t>Exemples : âge, revenu, nombre de ventes.</a:t>
            </a:r>
            <a:endParaRPr/>
          </a:p>
          <a:p>
            <a:pPr marL="457200" lvl="0" indent="-342900" algn="l" rtl="0">
              <a:lnSpc>
                <a:spcPct val="115000"/>
              </a:lnSpc>
              <a:spcBef>
                <a:spcPts val="0"/>
              </a:spcBef>
              <a:spcAft>
                <a:spcPts val="0"/>
              </a:spcAft>
              <a:buSzPts val="1800"/>
              <a:buChar char="●"/>
            </a:pPr>
            <a:r>
              <a:rPr lang="en"/>
              <a:t>Sous-types :</a:t>
            </a:r>
            <a:endParaRPr/>
          </a:p>
          <a:p>
            <a:pPr marL="914400" lvl="1" indent="-317500" algn="l" rtl="0">
              <a:lnSpc>
                <a:spcPct val="115000"/>
              </a:lnSpc>
              <a:spcBef>
                <a:spcPts val="0"/>
              </a:spcBef>
              <a:spcAft>
                <a:spcPts val="0"/>
              </a:spcAft>
              <a:buSzPts val="1400"/>
              <a:buChar char="○"/>
            </a:pPr>
            <a:r>
              <a:rPr lang="en"/>
              <a:t>Continues : Peuvent prendre n'importe quelle valeur dans un intervalle (ex. poids, taille).</a:t>
            </a:r>
            <a:endParaRPr/>
          </a:p>
          <a:p>
            <a:pPr marL="914400" lvl="1" indent="-317500" algn="l" rtl="0">
              <a:lnSpc>
                <a:spcPct val="115000"/>
              </a:lnSpc>
              <a:spcBef>
                <a:spcPts val="0"/>
              </a:spcBef>
              <a:spcAft>
                <a:spcPts val="0"/>
              </a:spcAft>
              <a:buSzPts val="1400"/>
              <a:buChar char="○"/>
            </a:pPr>
            <a:r>
              <a:rPr lang="en"/>
              <a:t>Discrètes : Prennent des valeurs entières uniquement (ex. nombre d'enfants).</a:t>
            </a:r>
            <a:endParaRPr/>
          </a:p>
          <a:p>
            <a:pPr marL="0" lvl="0" indent="0" algn="just" rtl="0">
              <a:spcBef>
                <a:spcPts val="0"/>
              </a:spcBef>
              <a:spcAft>
                <a:spcPts val="1600"/>
              </a:spcAft>
              <a:buClr>
                <a:schemeClr val="dk1"/>
              </a:buClr>
              <a:buSzPts val="1100"/>
              <a:buFont typeface="Arial"/>
              <a:buNone/>
            </a:pPr>
            <a:endParaRPr/>
          </a:p>
        </p:txBody>
      </p:sp>
      <p:sp>
        <p:nvSpPr>
          <p:cNvPr id="342" name="Google Shape;342;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12</a:t>
            </a:fld>
            <a:endParaRPr>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2"/>
          <p:cNvSpPr txBox="1">
            <a:spLocks noGrp="1"/>
          </p:cNvSpPr>
          <p:nvPr>
            <p:ph type="title"/>
          </p:nvPr>
        </p:nvSpPr>
        <p:spPr>
          <a:xfrm>
            <a:off x="208375" y="92700"/>
            <a:ext cx="8348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100"/>
              <a:t>C. Variables, données statistiques, tableaux, effectifs</a:t>
            </a:r>
            <a:endParaRPr sz="2100"/>
          </a:p>
        </p:txBody>
      </p:sp>
      <p:sp>
        <p:nvSpPr>
          <p:cNvPr id="348" name="Google Shape;348;p52"/>
          <p:cNvSpPr txBox="1">
            <a:spLocks noGrp="1"/>
          </p:cNvSpPr>
          <p:nvPr>
            <p:ph type="subTitle" idx="2"/>
          </p:nvPr>
        </p:nvSpPr>
        <p:spPr>
          <a:xfrm>
            <a:off x="328800" y="579400"/>
            <a:ext cx="8486400" cy="3672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p>
          <a:p>
            <a:pPr marL="457200" lvl="0" indent="-342900" algn="l" rtl="0">
              <a:lnSpc>
                <a:spcPct val="115000"/>
              </a:lnSpc>
              <a:spcBef>
                <a:spcPts val="0"/>
              </a:spcBef>
              <a:spcAft>
                <a:spcPts val="0"/>
              </a:spcAft>
              <a:buSzPts val="1800"/>
              <a:buChar char="➢"/>
            </a:pPr>
            <a:r>
              <a:rPr lang="en" b="1">
                <a:solidFill>
                  <a:schemeClr val="dk2"/>
                </a:solidFill>
              </a:rPr>
              <a:t>Variables qualitatives : </a:t>
            </a:r>
            <a:endParaRPr b="1">
              <a:solidFill>
                <a:schemeClr val="dk2"/>
              </a:solidFill>
            </a:endParaRPr>
          </a:p>
          <a:p>
            <a:pPr marL="0" lvl="0" indent="0" algn="l" rtl="0">
              <a:lnSpc>
                <a:spcPct val="115000"/>
              </a:lnSpc>
              <a:spcBef>
                <a:spcPts val="0"/>
              </a:spcBef>
              <a:spcAft>
                <a:spcPts val="0"/>
              </a:spcAft>
              <a:buNone/>
            </a:pPr>
            <a:r>
              <a:rPr lang="en"/>
              <a:t>Ces variables décrivent des catégories ou des attributs.</a:t>
            </a:r>
            <a:endParaRPr/>
          </a:p>
          <a:p>
            <a:pPr marL="914400" lvl="0" indent="-342900" algn="l" rtl="0">
              <a:lnSpc>
                <a:spcPct val="115000"/>
              </a:lnSpc>
              <a:spcBef>
                <a:spcPts val="0"/>
              </a:spcBef>
              <a:spcAft>
                <a:spcPts val="0"/>
              </a:spcAft>
              <a:buSzPts val="1800"/>
              <a:buChar char="●"/>
            </a:pPr>
            <a:r>
              <a:rPr lang="en" b="1">
                <a:solidFill>
                  <a:schemeClr val="dk2"/>
                </a:solidFill>
              </a:rPr>
              <a:t>Exemples :</a:t>
            </a:r>
            <a:r>
              <a:rPr lang="en"/>
              <a:t> couleur de voiture, marque de voiture, niveau d'éducation.</a:t>
            </a:r>
            <a:endParaRPr/>
          </a:p>
          <a:p>
            <a:pPr marL="914400" lvl="0" indent="-342900" algn="l" rtl="0">
              <a:lnSpc>
                <a:spcPct val="115000"/>
              </a:lnSpc>
              <a:spcBef>
                <a:spcPts val="0"/>
              </a:spcBef>
              <a:spcAft>
                <a:spcPts val="0"/>
              </a:spcAft>
              <a:buSzPts val="1800"/>
              <a:buChar char="●"/>
            </a:pPr>
            <a:r>
              <a:rPr lang="en" b="1">
                <a:solidFill>
                  <a:schemeClr val="dk2"/>
                </a:solidFill>
              </a:rPr>
              <a:t>Sous-types :</a:t>
            </a:r>
            <a:endParaRPr b="1">
              <a:solidFill>
                <a:schemeClr val="dk2"/>
              </a:solidFill>
            </a:endParaRPr>
          </a:p>
          <a:p>
            <a:pPr marL="1371600" lvl="1" indent="-317500" algn="l" rtl="0">
              <a:lnSpc>
                <a:spcPct val="115000"/>
              </a:lnSpc>
              <a:spcBef>
                <a:spcPts val="0"/>
              </a:spcBef>
              <a:spcAft>
                <a:spcPts val="0"/>
              </a:spcAft>
              <a:buSzPts val="1400"/>
              <a:buChar char="○"/>
            </a:pPr>
            <a:r>
              <a:rPr lang="en" b="1">
                <a:solidFill>
                  <a:schemeClr val="dk2"/>
                </a:solidFill>
              </a:rPr>
              <a:t>Nominales : </a:t>
            </a:r>
            <a:r>
              <a:rPr lang="en"/>
              <a:t>N'ont pas d'ordre particulier (ex. couleur des yeux : bleu, vert, marron).</a:t>
            </a:r>
            <a:endParaRPr/>
          </a:p>
          <a:p>
            <a:pPr marL="1371600" lvl="1" indent="-317500" algn="l" rtl="0">
              <a:lnSpc>
                <a:spcPct val="115000"/>
              </a:lnSpc>
              <a:spcBef>
                <a:spcPts val="0"/>
              </a:spcBef>
              <a:spcAft>
                <a:spcPts val="0"/>
              </a:spcAft>
              <a:buSzPts val="1400"/>
              <a:buChar char="○"/>
            </a:pPr>
            <a:r>
              <a:rPr lang="en" b="1">
                <a:solidFill>
                  <a:schemeClr val="dk2"/>
                </a:solidFill>
              </a:rPr>
              <a:t>Ordinales : </a:t>
            </a:r>
            <a:r>
              <a:rPr lang="en"/>
              <a:t>Ont un ordre logique ou une hiérarchie (ex. niveau d’éducation : primaire, secondaire, supérieur).</a:t>
            </a:r>
            <a:endParaRPr/>
          </a:p>
          <a:p>
            <a:pPr marL="0" lvl="0" indent="0" algn="l" rtl="0">
              <a:lnSpc>
                <a:spcPct val="115000"/>
              </a:lnSpc>
              <a:spcBef>
                <a:spcPts val="0"/>
              </a:spcBef>
              <a:spcAft>
                <a:spcPts val="0"/>
              </a:spcAft>
              <a:buNone/>
            </a:pPr>
            <a:r>
              <a:rPr lang="en"/>
              <a:t>Bien choisir et classifier les variables est une étape fondamentale pour toute analyse statistique.</a:t>
            </a:r>
            <a:endParaRPr/>
          </a:p>
          <a:p>
            <a:pPr marL="457200" lvl="0" indent="-342900" algn="l" rtl="0">
              <a:lnSpc>
                <a:spcPct val="115000"/>
              </a:lnSpc>
              <a:spcBef>
                <a:spcPts val="0"/>
              </a:spcBef>
              <a:spcAft>
                <a:spcPts val="0"/>
              </a:spcAft>
              <a:buSzPts val="1800"/>
              <a:buChar char="➢"/>
            </a:pPr>
            <a:r>
              <a:rPr lang="en" b="1">
                <a:solidFill>
                  <a:schemeClr val="dk2"/>
                </a:solidFill>
              </a:rPr>
              <a:t>Effectifs</a:t>
            </a:r>
            <a:endParaRPr b="1">
              <a:solidFill>
                <a:schemeClr val="dk2"/>
              </a:solidFill>
            </a:endParaRPr>
          </a:p>
          <a:p>
            <a:pPr marL="0" lvl="0" indent="0" algn="l" rtl="0">
              <a:lnSpc>
                <a:spcPct val="115000"/>
              </a:lnSpc>
              <a:spcBef>
                <a:spcPts val="0"/>
              </a:spcBef>
              <a:spcAft>
                <a:spcPts val="0"/>
              </a:spcAft>
              <a:buClr>
                <a:schemeClr val="dk1"/>
              </a:buClr>
              <a:buSzPts val="1100"/>
              <a:buFont typeface="Arial"/>
              <a:buNone/>
            </a:pPr>
            <a:r>
              <a:rPr lang="en"/>
              <a:t>L'effectif d'une valeur correspond au nombre de fois où cette valeur se manifeste dans un ensemble de données. Ce concept est central pour analyser la répartition des données, en identifiant des tendances ou des concentrations.</a:t>
            </a:r>
            <a:endParaRPr/>
          </a:p>
          <a:p>
            <a:pPr marL="914400" lvl="0" indent="0" algn="just" rtl="0">
              <a:spcBef>
                <a:spcPts val="0"/>
              </a:spcBef>
              <a:spcAft>
                <a:spcPts val="1600"/>
              </a:spcAft>
              <a:buNone/>
            </a:pPr>
            <a:endParaRPr/>
          </a:p>
        </p:txBody>
      </p:sp>
      <p:sp>
        <p:nvSpPr>
          <p:cNvPr id="349" name="Google Shape;349;p5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13</a:t>
            </a:fld>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3"/>
          <p:cNvSpPr txBox="1">
            <a:spLocks noGrp="1"/>
          </p:cNvSpPr>
          <p:nvPr>
            <p:ph type="title"/>
          </p:nvPr>
        </p:nvSpPr>
        <p:spPr>
          <a:xfrm>
            <a:off x="208375" y="92700"/>
            <a:ext cx="8348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100"/>
              <a:t>C. Variables, données statistiques, tableaux, effectifs</a:t>
            </a:r>
            <a:endParaRPr sz="2100"/>
          </a:p>
        </p:txBody>
      </p:sp>
      <p:sp>
        <p:nvSpPr>
          <p:cNvPr id="355" name="Google Shape;355;p53"/>
          <p:cNvSpPr txBox="1">
            <a:spLocks noGrp="1"/>
          </p:cNvSpPr>
          <p:nvPr>
            <p:ph type="subTitle" idx="2"/>
          </p:nvPr>
        </p:nvSpPr>
        <p:spPr>
          <a:xfrm>
            <a:off x="328800" y="735750"/>
            <a:ext cx="8486400" cy="36720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b="1">
                <a:solidFill>
                  <a:schemeClr val="dk2"/>
                </a:solidFill>
              </a:rPr>
              <a:t>Exemple : </a:t>
            </a:r>
            <a:endParaRPr b="1">
              <a:solidFill>
                <a:schemeClr val="dk2"/>
              </a:solidFill>
            </a:endParaRPr>
          </a:p>
          <a:p>
            <a:pPr marL="0" lvl="0" indent="0" algn="l" rtl="0">
              <a:lnSpc>
                <a:spcPct val="115000"/>
              </a:lnSpc>
              <a:spcBef>
                <a:spcPts val="0"/>
              </a:spcBef>
              <a:spcAft>
                <a:spcPts val="0"/>
              </a:spcAft>
              <a:buNone/>
            </a:pPr>
            <a:r>
              <a:rPr lang="en"/>
              <a:t>Si vous analysez les ventes de voitures par marque, l'effectif d'une marque représente le nombre total de véhicules vendus de cette marque. Cela permet de comparer facilement les performances entre différentes marques.</a:t>
            </a:r>
            <a:endParaRPr/>
          </a:p>
          <a:p>
            <a:pPr marL="0" lvl="0" indent="0" algn="l" rtl="0">
              <a:lnSpc>
                <a:spcPct val="115000"/>
              </a:lnSpc>
              <a:spcBef>
                <a:spcPts val="0"/>
              </a:spcBef>
              <a:spcAft>
                <a:spcPts val="0"/>
              </a:spcAft>
              <a:buNone/>
            </a:pPr>
            <a:endParaRPr/>
          </a:p>
          <a:p>
            <a:pPr marL="457200" lvl="0" indent="-342900" algn="l" rtl="0">
              <a:lnSpc>
                <a:spcPct val="115000"/>
              </a:lnSpc>
              <a:spcBef>
                <a:spcPts val="0"/>
              </a:spcBef>
              <a:spcAft>
                <a:spcPts val="0"/>
              </a:spcAft>
              <a:buSzPts val="1800"/>
              <a:buChar char="➢"/>
            </a:pPr>
            <a:r>
              <a:rPr lang="en" b="1">
                <a:solidFill>
                  <a:schemeClr val="dk2"/>
                </a:solidFill>
              </a:rPr>
              <a:t>Tableaux</a:t>
            </a:r>
            <a:endParaRPr b="1">
              <a:solidFill>
                <a:schemeClr val="dk2"/>
              </a:solidFill>
            </a:endParaRPr>
          </a:p>
          <a:p>
            <a:pPr marL="0" lvl="0" indent="0" algn="l" rtl="0">
              <a:lnSpc>
                <a:spcPct val="115000"/>
              </a:lnSpc>
              <a:spcBef>
                <a:spcPts val="0"/>
              </a:spcBef>
              <a:spcAft>
                <a:spcPts val="0"/>
              </a:spcAft>
              <a:buNone/>
            </a:pPr>
            <a:r>
              <a:rPr lang="en"/>
              <a:t>Les tableaux sont des outils essentiels pour organiser les données et les rendre plus lisibles. Ils offrent une présentation concise qui facilite l'analyse et la communication des résultats.</a:t>
            </a:r>
            <a:endParaRPr/>
          </a:p>
          <a:p>
            <a:pPr marL="0" lvl="0" indent="0" algn="l" rtl="0">
              <a:lnSpc>
                <a:spcPct val="115000"/>
              </a:lnSpc>
              <a:spcBef>
                <a:spcPts val="0"/>
              </a:spcBef>
              <a:spcAft>
                <a:spcPts val="0"/>
              </a:spcAft>
              <a:buClr>
                <a:schemeClr val="dk1"/>
              </a:buClr>
              <a:buSzPts val="1100"/>
              <a:buFont typeface="Arial"/>
              <a:buNone/>
            </a:pPr>
            <a:endParaRPr/>
          </a:p>
          <a:p>
            <a:pPr marL="457200" lvl="0" indent="-342900" algn="l" rtl="0">
              <a:lnSpc>
                <a:spcPct val="115000"/>
              </a:lnSpc>
              <a:spcBef>
                <a:spcPts val="0"/>
              </a:spcBef>
              <a:spcAft>
                <a:spcPts val="0"/>
              </a:spcAft>
              <a:buSzPts val="1800"/>
              <a:buChar char="➢"/>
            </a:pPr>
            <a:r>
              <a:rPr lang="en" b="1">
                <a:solidFill>
                  <a:schemeClr val="dk2"/>
                </a:solidFill>
              </a:rPr>
              <a:t>Exemples de tableaux courants :</a:t>
            </a:r>
            <a:endParaRPr b="1">
              <a:solidFill>
                <a:schemeClr val="dk2"/>
              </a:solidFill>
            </a:endParaRPr>
          </a:p>
          <a:p>
            <a:pPr marL="914400" lvl="1" indent="-317500" algn="l" rtl="0">
              <a:lnSpc>
                <a:spcPct val="115000"/>
              </a:lnSpc>
              <a:spcBef>
                <a:spcPts val="0"/>
              </a:spcBef>
              <a:spcAft>
                <a:spcPts val="0"/>
              </a:spcAft>
              <a:buSzPts val="1400"/>
              <a:buChar char="○"/>
            </a:pPr>
            <a:r>
              <a:rPr lang="en" b="1">
                <a:solidFill>
                  <a:schemeClr val="dk2"/>
                </a:solidFill>
              </a:rPr>
              <a:t>Tableau de fréquences :</a:t>
            </a:r>
            <a:r>
              <a:rPr lang="en"/>
              <a:t> Indique l'effectif ou la fréquence relative de chaque valeur.</a:t>
            </a:r>
            <a:endParaRPr/>
          </a:p>
          <a:p>
            <a:pPr marL="914400" lvl="1" indent="-317500" algn="l" rtl="0">
              <a:lnSpc>
                <a:spcPct val="115000"/>
              </a:lnSpc>
              <a:spcBef>
                <a:spcPts val="0"/>
              </a:spcBef>
              <a:spcAft>
                <a:spcPts val="0"/>
              </a:spcAft>
              <a:buSzPts val="1400"/>
              <a:buChar char="○"/>
            </a:pPr>
            <a:r>
              <a:rPr lang="en" b="1">
                <a:solidFill>
                  <a:schemeClr val="dk2"/>
                </a:solidFill>
              </a:rPr>
              <a:t>Tableau croisé : </a:t>
            </a:r>
            <a:r>
              <a:rPr lang="en"/>
              <a:t>Combine plusieurs variables pour analyser leurs relations (ex. ventes par marque et par région).</a:t>
            </a:r>
            <a:endParaRPr/>
          </a:p>
          <a:p>
            <a:pPr marL="914400" lvl="0" indent="0" algn="just" rtl="0">
              <a:spcBef>
                <a:spcPts val="0"/>
              </a:spcBef>
              <a:spcAft>
                <a:spcPts val="1600"/>
              </a:spcAft>
              <a:buNone/>
            </a:pPr>
            <a:endParaRPr/>
          </a:p>
        </p:txBody>
      </p:sp>
      <p:sp>
        <p:nvSpPr>
          <p:cNvPr id="356" name="Google Shape;356;p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14</a:t>
            </a:fld>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4"/>
          <p:cNvSpPr txBox="1">
            <a:spLocks noGrp="1"/>
          </p:cNvSpPr>
          <p:nvPr>
            <p:ph type="title"/>
          </p:nvPr>
        </p:nvSpPr>
        <p:spPr>
          <a:xfrm>
            <a:off x="208375" y="92700"/>
            <a:ext cx="8348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100"/>
              <a:t>C. Variables, données statistiques, tableaux, effectifs</a:t>
            </a:r>
            <a:endParaRPr sz="2100"/>
          </a:p>
        </p:txBody>
      </p:sp>
      <p:sp>
        <p:nvSpPr>
          <p:cNvPr id="362" name="Google Shape;362;p54"/>
          <p:cNvSpPr txBox="1">
            <a:spLocks noGrp="1"/>
          </p:cNvSpPr>
          <p:nvPr>
            <p:ph type="subTitle" idx="2"/>
          </p:nvPr>
        </p:nvSpPr>
        <p:spPr>
          <a:xfrm>
            <a:off x="328800" y="735750"/>
            <a:ext cx="3360900" cy="3672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u="sng"/>
              <a:t>Exemple : Ventes de voitures par marque</a:t>
            </a:r>
            <a:endParaRPr b="1" u="sng"/>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r>
              <a:rPr lang="en" b="1"/>
              <a:t>Tableau de frequences </a:t>
            </a:r>
            <a:endParaRPr b="1"/>
          </a:p>
          <a:p>
            <a:pPr marL="914400" lvl="0" indent="0" algn="just" rtl="0">
              <a:spcBef>
                <a:spcPts val="0"/>
              </a:spcBef>
              <a:spcAft>
                <a:spcPts val="1600"/>
              </a:spcAft>
              <a:buNone/>
            </a:pPr>
            <a:endParaRPr/>
          </a:p>
        </p:txBody>
      </p:sp>
      <p:sp>
        <p:nvSpPr>
          <p:cNvPr id="363" name="Google Shape;363;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15</a:t>
            </a:fld>
            <a:endParaRPr>
              <a:solidFill>
                <a:schemeClr val="lt1"/>
              </a:solidFill>
            </a:endParaRPr>
          </a:p>
        </p:txBody>
      </p:sp>
      <p:pic>
        <p:nvPicPr>
          <p:cNvPr id="364" name="Google Shape;364;p54" title="Screenshot 2025-03-25 at 01.19.27.png"/>
          <p:cNvPicPr preferRelativeResize="0"/>
          <p:nvPr/>
        </p:nvPicPr>
        <p:blipFill>
          <a:blip r:embed="rId3">
            <a:alphaModFix/>
          </a:blip>
          <a:stretch>
            <a:fillRect/>
          </a:stretch>
        </p:blipFill>
        <p:spPr>
          <a:xfrm>
            <a:off x="328800" y="1941200"/>
            <a:ext cx="2970525" cy="2684650"/>
          </a:xfrm>
          <a:prstGeom prst="rect">
            <a:avLst/>
          </a:prstGeom>
          <a:noFill/>
          <a:ln>
            <a:noFill/>
          </a:ln>
        </p:spPr>
      </p:pic>
      <p:sp>
        <p:nvSpPr>
          <p:cNvPr id="365" name="Google Shape;365;p54"/>
          <p:cNvSpPr txBox="1"/>
          <p:nvPr/>
        </p:nvSpPr>
        <p:spPr>
          <a:xfrm>
            <a:off x="4262400" y="735750"/>
            <a:ext cx="4229400" cy="330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Montserrat"/>
                <a:ea typeface="Montserrat"/>
                <a:cs typeface="Montserrat"/>
                <a:sym typeface="Montserrat"/>
              </a:rPr>
              <a:t>Tableau croisé </a:t>
            </a:r>
            <a:endParaRPr b="1">
              <a:solidFill>
                <a:schemeClr val="dk1"/>
              </a:solidFill>
              <a:latin typeface="Montserrat"/>
              <a:ea typeface="Montserrat"/>
              <a:cs typeface="Montserrat"/>
              <a:sym typeface="Montserrat"/>
            </a:endParaRPr>
          </a:p>
          <a:p>
            <a:pPr marL="0" lvl="0" indent="0" algn="l" rtl="0">
              <a:spcBef>
                <a:spcPts val="0"/>
              </a:spcBef>
              <a:spcAft>
                <a:spcPts val="0"/>
              </a:spcAft>
              <a:buNone/>
            </a:pPr>
            <a:r>
              <a:rPr lang="en">
                <a:solidFill>
                  <a:schemeClr val="dk1"/>
                </a:solidFill>
                <a:latin typeface="Montserrat"/>
                <a:ea typeface="Montserrat"/>
                <a:cs typeface="Montserrat"/>
                <a:sym typeface="Montserrat"/>
              </a:rPr>
              <a:t>Imaginons que nous voulions analyser la relation entre le sexe (homme/femme) et la préférence de marque de voiture (A, B, C).</a:t>
            </a: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p:txBody>
      </p:sp>
      <p:pic>
        <p:nvPicPr>
          <p:cNvPr id="366" name="Google Shape;366;p54" title="Screenshot 2025-03-25 at 01.23.08.png"/>
          <p:cNvPicPr preferRelativeResize="0"/>
          <p:nvPr/>
        </p:nvPicPr>
        <p:blipFill>
          <a:blip r:embed="rId4">
            <a:alphaModFix/>
          </a:blip>
          <a:stretch>
            <a:fillRect/>
          </a:stretch>
        </p:blipFill>
        <p:spPr>
          <a:xfrm>
            <a:off x="4215225" y="2029326"/>
            <a:ext cx="4673050" cy="1934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5"/>
          <p:cNvSpPr txBox="1">
            <a:spLocks noGrp="1"/>
          </p:cNvSpPr>
          <p:nvPr>
            <p:ph type="title"/>
          </p:nvPr>
        </p:nvSpPr>
        <p:spPr>
          <a:xfrm>
            <a:off x="0" y="118850"/>
            <a:ext cx="7708200" cy="64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t>D. Probabilités et variables aléatoires</a:t>
            </a:r>
            <a:endParaRPr sz="2100"/>
          </a:p>
          <a:p>
            <a:pPr marL="0" lvl="0" indent="0" algn="l" rtl="0">
              <a:lnSpc>
                <a:spcPct val="115000"/>
              </a:lnSpc>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372" name="Google Shape;372;p55"/>
          <p:cNvSpPr txBox="1"/>
          <p:nvPr/>
        </p:nvSpPr>
        <p:spPr>
          <a:xfrm>
            <a:off x="0" y="581250"/>
            <a:ext cx="7160100" cy="3981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2"/>
              </a:buClr>
              <a:buSzPts val="1400"/>
              <a:buFont typeface="Montserrat"/>
              <a:buChar char="➢"/>
            </a:pPr>
            <a:r>
              <a:rPr lang="en" b="1">
                <a:solidFill>
                  <a:schemeClr val="dk2"/>
                </a:solidFill>
                <a:latin typeface="Montserrat"/>
                <a:ea typeface="Montserrat"/>
                <a:cs typeface="Montserrat"/>
                <a:sym typeface="Montserrat"/>
              </a:rPr>
              <a:t>Probabilité</a:t>
            </a:r>
            <a:endParaRPr b="1">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La probabilité représente la chance qu’un événement se produise, exprimée sous forme de nombre compris entre 0 et 1.</a:t>
            </a:r>
            <a:endParaRPr>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Char char="●"/>
            </a:pPr>
            <a:r>
              <a:rPr lang="en" b="1">
                <a:solidFill>
                  <a:schemeClr val="dk1"/>
                </a:solidFill>
                <a:latin typeface="Montserrat"/>
                <a:ea typeface="Montserrat"/>
                <a:cs typeface="Montserrat"/>
                <a:sym typeface="Montserrat"/>
              </a:rPr>
              <a:t>0 :</a:t>
            </a:r>
            <a:r>
              <a:rPr lang="en">
                <a:solidFill>
                  <a:schemeClr val="dk1"/>
                </a:solidFill>
                <a:latin typeface="Montserrat"/>
                <a:ea typeface="Montserrat"/>
                <a:cs typeface="Montserrat"/>
                <a:sym typeface="Montserrat"/>
              </a:rPr>
              <a:t> L’événement est impossible.</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Char char="●"/>
            </a:pPr>
            <a:r>
              <a:rPr lang="en" b="1">
                <a:solidFill>
                  <a:schemeClr val="dk1"/>
                </a:solidFill>
                <a:latin typeface="Montserrat"/>
                <a:ea typeface="Montserrat"/>
                <a:cs typeface="Montserrat"/>
                <a:sym typeface="Montserrat"/>
              </a:rPr>
              <a:t>1 :</a:t>
            </a:r>
            <a:r>
              <a:rPr lang="en">
                <a:solidFill>
                  <a:schemeClr val="dk1"/>
                </a:solidFill>
                <a:latin typeface="Montserrat"/>
                <a:ea typeface="Montserrat"/>
                <a:cs typeface="Montserrat"/>
                <a:sym typeface="Montserrat"/>
              </a:rPr>
              <a:t> L’événement est certain.</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Char char="●"/>
            </a:pPr>
            <a:r>
              <a:rPr lang="en" b="1">
                <a:solidFill>
                  <a:schemeClr val="dk1"/>
                </a:solidFill>
                <a:latin typeface="Montserrat"/>
                <a:ea typeface="Montserrat"/>
                <a:cs typeface="Montserrat"/>
                <a:sym typeface="Montserrat"/>
              </a:rPr>
              <a:t>Exemple :</a:t>
            </a:r>
            <a:r>
              <a:rPr lang="en">
                <a:solidFill>
                  <a:schemeClr val="dk1"/>
                </a:solidFill>
                <a:latin typeface="Montserrat"/>
                <a:ea typeface="Montserrat"/>
                <a:cs typeface="Montserrat"/>
                <a:sym typeface="Montserrat"/>
              </a:rPr>
              <a:t> Lorsqu’on tire une pièce de monnaie, la probabilité d’obtenir « face » est de 0,5, soit une chance sur deux.</a:t>
            </a:r>
            <a:endParaRPr>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a:solidFill>
                  <a:schemeClr val="dk2"/>
                </a:solidFill>
                <a:latin typeface="Montserrat"/>
                <a:ea typeface="Montserrat"/>
                <a:cs typeface="Montserrat"/>
                <a:sym typeface="Montserrat"/>
              </a:rPr>
              <a:t>Formule de base :</a:t>
            </a:r>
            <a:endParaRPr b="1">
              <a:solidFill>
                <a:schemeClr val="dk2"/>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Font typeface="Montserrat"/>
              <a:buChar char="➢"/>
            </a:pPr>
            <a:r>
              <a:rPr lang="en" b="1">
                <a:solidFill>
                  <a:schemeClr val="dk2"/>
                </a:solidFill>
                <a:latin typeface="Montserrat"/>
                <a:ea typeface="Montserrat"/>
                <a:cs typeface="Montserrat"/>
                <a:sym typeface="Montserrat"/>
              </a:rPr>
              <a:t>Variable Aléatoire</a:t>
            </a:r>
            <a:endParaRPr b="1">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Une variable aléatoire est une variable numérique obtenue à partir des résultats d’une expérience aléatoire. Elle attribue une valeur à chaque résultat possible de l'expérience.</a:t>
            </a:r>
            <a:endParaRPr>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Char char="●"/>
            </a:pPr>
            <a:r>
              <a:rPr lang="en" b="1">
                <a:solidFill>
                  <a:schemeClr val="dk1"/>
                </a:solidFill>
                <a:latin typeface="Montserrat"/>
                <a:ea typeface="Montserrat"/>
                <a:cs typeface="Montserrat"/>
                <a:sym typeface="Montserrat"/>
              </a:rPr>
              <a:t>Exemple :</a:t>
            </a:r>
            <a:r>
              <a:rPr lang="en">
                <a:solidFill>
                  <a:schemeClr val="dk1"/>
                </a:solidFill>
                <a:latin typeface="Montserrat"/>
                <a:ea typeface="Montserrat"/>
                <a:cs typeface="Montserrat"/>
                <a:sym typeface="Montserrat"/>
              </a:rPr>
              <a:t> Lorsqu’on lance un dé, la variable aléatoire « résultat du lancer » peut avoir les valeurs 1,2,3,4,5,6.</a:t>
            </a:r>
            <a:endParaRPr>
              <a:solidFill>
                <a:schemeClr val="dk1"/>
              </a:solidFill>
              <a:latin typeface="Montserrat"/>
              <a:ea typeface="Montserrat"/>
              <a:cs typeface="Montserrat"/>
              <a:sym typeface="Montserrat"/>
            </a:endParaRPr>
          </a:p>
          <a:p>
            <a:pPr marL="0" lvl="0" indent="0" algn="l" rtl="0">
              <a:spcBef>
                <a:spcPts val="1200"/>
              </a:spcBef>
              <a:spcAft>
                <a:spcPts val="0"/>
              </a:spcAft>
              <a:buNone/>
            </a:pPr>
            <a:endParaRPr>
              <a:solidFill>
                <a:schemeClr val="dk2"/>
              </a:solidFill>
              <a:latin typeface="Montserrat"/>
              <a:ea typeface="Montserrat"/>
              <a:cs typeface="Montserrat"/>
              <a:sym typeface="Montserrat"/>
            </a:endParaRPr>
          </a:p>
        </p:txBody>
      </p:sp>
      <p:sp>
        <p:nvSpPr>
          <p:cNvPr id="373" name="Google Shape;373;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16</a:t>
            </a:fld>
            <a:endParaRPr>
              <a:solidFill>
                <a:schemeClr val="lt1"/>
              </a:solidFill>
            </a:endParaRPr>
          </a:p>
        </p:txBody>
      </p:sp>
      <p:pic>
        <p:nvPicPr>
          <p:cNvPr id="374" name="Google Shape;374;p55" title="Screenshot 2025-03-25 at 01.53.23.png"/>
          <p:cNvPicPr preferRelativeResize="0"/>
          <p:nvPr/>
        </p:nvPicPr>
        <p:blipFill>
          <a:blip r:embed="rId3">
            <a:alphaModFix/>
          </a:blip>
          <a:stretch>
            <a:fillRect/>
          </a:stretch>
        </p:blipFill>
        <p:spPr>
          <a:xfrm>
            <a:off x="2136325" y="2794424"/>
            <a:ext cx="2887450" cy="332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6"/>
          <p:cNvSpPr txBox="1">
            <a:spLocks noGrp="1"/>
          </p:cNvSpPr>
          <p:nvPr>
            <p:ph type="title"/>
          </p:nvPr>
        </p:nvSpPr>
        <p:spPr>
          <a:xfrm>
            <a:off x="233175" y="416225"/>
            <a:ext cx="7708200" cy="64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t>D. Probabilités et variables aléatoires</a:t>
            </a:r>
            <a:endParaRPr sz="21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
        <p:nvSpPr>
          <p:cNvPr id="380" name="Google Shape;380;p56"/>
          <p:cNvSpPr txBox="1"/>
          <p:nvPr/>
        </p:nvSpPr>
        <p:spPr>
          <a:xfrm>
            <a:off x="164300" y="920125"/>
            <a:ext cx="7649664" cy="3981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Types de variables :</a:t>
            </a:r>
            <a:endParaRPr b="1" dirty="0">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Discrètes :</a:t>
            </a:r>
            <a:r>
              <a:rPr lang="en" dirty="0">
                <a:solidFill>
                  <a:schemeClr val="dk1"/>
                </a:solidFill>
                <a:latin typeface="Montserrat"/>
                <a:ea typeface="Montserrat"/>
                <a:cs typeface="Montserrat"/>
                <a:sym typeface="Montserrat"/>
              </a:rPr>
              <a:t> Prennent des valeurs isolées (exemple : résultats d’un dé).</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Continues :</a:t>
            </a:r>
            <a:r>
              <a:rPr lang="en" dirty="0">
                <a:solidFill>
                  <a:schemeClr val="dk1"/>
                </a:solidFill>
                <a:latin typeface="Montserrat"/>
                <a:ea typeface="Montserrat"/>
                <a:cs typeface="Montserrat"/>
                <a:sym typeface="Montserrat"/>
              </a:rPr>
              <a:t> Peuvent prendre n’importe quelle valeur dans un intervalle (exemple : poids, temps).</a:t>
            </a:r>
            <a:endParaRPr dirty="0">
              <a:solidFill>
                <a:schemeClr val="dk1"/>
              </a:solidFill>
              <a:latin typeface="Montserrat"/>
              <a:ea typeface="Montserrat"/>
              <a:cs typeface="Montserrat"/>
              <a:sym typeface="Montserrat"/>
            </a:endParaRPr>
          </a:p>
          <a:p>
            <a:pPr marL="0" lvl="0" indent="0" algn="l" rtl="0">
              <a:lnSpc>
                <a:spcPct val="115000"/>
              </a:lnSpc>
              <a:spcBef>
                <a:spcPts val="1400"/>
              </a:spcBef>
              <a:spcAft>
                <a:spcPts val="0"/>
              </a:spcAft>
              <a:buNone/>
            </a:pPr>
            <a:r>
              <a:rPr lang="en" b="1" dirty="0">
                <a:solidFill>
                  <a:schemeClr val="dk2"/>
                </a:solidFill>
                <a:latin typeface="Montserrat"/>
                <a:ea typeface="Montserrat"/>
                <a:cs typeface="Montserrat"/>
                <a:sym typeface="Montserrat"/>
              </a:rPr>
              <a:t>Exercice : Estimation de la Probabilité en Lançant un Dé</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b="1" dirty="0">
                <a:solidFill>
                  <a:schemeClr val="dk2"/>
                </a:solidFill>
                <a:latin typeface="Montserrat"/>
                <a:ea typeface="Montserrat"/>
                <a:cs typeface="Montserrat"/>
                <a:sym typeface="Montserrat"/>
              </a:rPr>
              <a:t>Résultats théoriques</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La probabilité théorique d'obtenir un 6 lors d’un lancer de dé est :</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P(6)=一 = 0,167</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Il y a un résultat favorable (6) sur six résultats possibles (1,2,3,4,5,6).</a:t>
            </a:r>
            <a:endParaRPr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dirty="0">
              <a:solidFill>
                <a:schemeClr val="dk2"/>
              </a:solidFill>
              <a:latin typeface="Montserrat"/>
              <a:ea typeface="Montserrat"/>
              <a:cs typeface="Montserrat"/>
              <a:sym typeface="Montserrat"/>
            </a:endParaRPr>
          </a:p>
        </p:txBody>
      </p:sp>
      <p:sp>
        <p:nvSpPr>
          <p:cNvPr id="381" name="Google Shape;381;p5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17</a:t>
            </a:fld>
            <a:endParaRPr>
              <a:solidFill>
                <a:schemeClr val="lt1"/>
              </a:solidFill>
            </a:endParaRPr>
          </a:p>
        </p:txBody>
      </p:sp>
      <p:sp>
        <p:nvSpPr>
          <p:cNvPr id="382" name="Google Shape;382;p56"/>
          <p:cNvSpPr txBox="1"/>
          <p:nvPr/>
        </p:nvSpPr>
        <p:spPr>
          <a:xfrm>
            <a:off x="649825" y="3205075"/>
            <a:ext cx="363600" cy="187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Montserrat"/>
                <a:ea typeface="Montserrat"/>
                <a:cs typeface="Montserrat"/>
                <a:sym typeface="Montserrat"/>
              </a:rPr>
              <a:t>1</a:t>
            </a: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Montserrat"/>
              <a:ea typeface="Montserrat"/>
              <a:cs typeface="Montserrat"/>
              <a:sym typeface="Montserrat"/>
            </a:endParaRPr>
          </a:p>
        </p:txBody>
      </p:sp>
      <p:sp>
        <p:nvSpPr>
          <p:cNvPr id="383" name="Google Shape;383;p56"/>
          <p:cNvSpPr txBox="1"/>
          <p:nvPr/>
        </p:nvSpPr>
        <p:spPr>
          <a:xfrm>
            <a:off x="649825" y="3392575"/>
            <a:ext cx="363600" cy="187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solidFill>
                  <a:schemeClr val="dk1"/>
                </a:solidFill>
                <a:latin typeface="Montserrat"/>
                <a:ea typeface="Montserrat"/>
                <a:cs typeface="Montserrat"/>
                <a:sym typeface="Montserrat"/>
              </a:rPr>
              <a:t>6</a:t>
            </a:r>
            <a:endParaRPr sz="1800" dirty="0">
              <a:solidFill>
                <a:schemeClr val="dk2"/>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7"/>
          <p:cNvSpPr txBox="1">
            <a:spLocks noGrp="1"/>
          </p:cNvSpPr>
          <p:nvPr>
            <p:ph type="title"/>
          </p:nvPr>
        </p:nvSpPr>
        <p:spPr>
          <a:xfrm>
            <a:off x="233175" y="416225"/>
            <a:ext cx="7708200" cy="64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t>D. Probabilités et variables aléatoires</a:t>
            </a:r>
            <a:endParaRPr sz="21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
        <p:nvSpPr>
          <p:cNvPr id="389" name="Google Shape;389;p5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18</a:t>
            </a:fld>
            <a:endParaRPr>
              <a:solidFill>
                <a:schemeClr val="lt1"/>
              </a:solidFill>
            </a:endParaRPr>
          </a:p>
        </p:txBody>
      </p:sp>
      <p:pic>
        <p:nvPicPr>
          <p:cNvPr id="390" name="Google Shape;390;p57" descr="{&quot;mathml&quot;:&quot;&lt;math style=\&quot;font-family:stix;font-size:16px;\&quot; xmlns=\&quot;http://www.w3.org/1998/Math/MathML\&quot;&gt;&lt;mstyle mathsize=\&quot;16px\&quot;&gt;&lt;mtext mathvariant=\&quot;italic\&quot; mathcolor=\&quot;#FF0000\&quot;&gt;P&amp;#xA0;exp&amp;#xA0;(&amp;#xA0;6&amp;#xA0;)&amp;#xA0;=&amp;#xA0;&amp;#xA0;&lt;/mtext&gt;&lt;mfrac mathcolor=\&quot;#FF0000\&quot;&gt;&lt;mn mathvariant=\&quot;italic\&quot;&gt;17&lt;/mn&gt;&lt;mn mathvariant=\&quot;italic\&quot;&gt;100&lt;/mn&gt;&lt;/mfrac&gt;&lt;mtext mathvariant=\&quot;italic\&quot; mathcolor=\&quot;#FF0000\&quot;&gt;=&amp;#xA0;0&amp;#xA0;,&amp;#xA0;17&lt;/mtext&gt;&lt;/mstyle&gt;&lt;/math&gt;&quot;,&quot;truncated&quot;:false}" title="text italic P exp ( 6 ) =   end text italic 17 over italic 100 text italic = 0 , 17 end text"/>
          <p:cNvPicPr preferRelativeResize="0"/>
          <p:nvPr/>
        </p:nvPicPr>
        <p:blipFill>
          <a:blip r:embed="rId3">
            <a:alphaModFix/>
          </a:blip>
          <a:stretch>
            <a:fillRect/>
          </a:stretch>
        </p:blipFill>
        <p:spPr>
          <a:xfrm>
            <a:off x="3532457" y="3101458"/>
            <a:ext cx="2231136" cy="430784"/>
          </a:xfrm>
          <a:prstGeom prst="rect">
            <a:avLst/>
          </a:prstGeom>
          <a:noFill/>
          <a:ln>
            <a:noFill/>
          </a:ln>
        </p:spPr>
      </p:pic>
      <p:sp>
        <p:nvSpPr>
          <p:cNvPr id="391" name="Google Shape;391;p57"/>
          <p:cNvSpPr txBox="1"/>
          <p:nvPr/>
        </p:nvSpPr>
        <p:spPr>
          <a:xfrm>
            <a:off x="233175" y="1063325"/>
            <a:ext cx="6441300" cy="154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latin typeface="Montserrat"/>
                <a:ea typeface="Montserrat"/>
                <a:cs typeface="Montserrat"/>
                <a:sym typeface="Montserrat"/>
              </a:rPr>
              <a:t>Résultats expérimentaux</a:t>
            </a:r>
            <a:endParaRPr b="1"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latin typeface="Montserrat"/>
                <a:ea typeface="Montserrat"/>
                <a:cs typeface="Montserrat"/>
                <a:sym typeface="Montserrat"/>
              </a:rPr>
              <a:t>Pour estimer la probabilité de manière expérimentale :</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Lançons un dé 100 fois.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Comptez le nombre de fois où vous obtenez un 6.</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latin typeface="Montserrat"/>
                <a:ea typeface="Montserrat"/>
                <a:cs typeface="Montserrat"/>
                <a:sym typeface="Montserrat"/>
              </a:rPr>
              <a:t>Exemple :</a:t>
            </a:r>
            <a:endParaRPr b="1"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Résultats : 6 obtenu 17 fois.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Probabilité expérimentale :</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latin typeface="Montserrat"/>
                <a:ea typeface="Montserrat"/>
                <a:cs typeface="Montserrat"/>
                <a:sym typeface="Montserrat"/>
              </a:rPr>
              <a:t>Observations</a:t>
            </a:r>
            <a:endParaRPr b="1"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latin typeface="Montserrat"/>
                <a:ea typeface="Montserrat"/>
                <a:cs typeface="Montserrat"/>
                <a:sym typeface="Montserrat"/>
              </a:rPr>
              <a:t>La probabilité expérimentale peut différer de la probabilité théorique en raison du hasard. Toutefois, grâce à la </a:t>
            </a:r>
            <a:r>
              <a:rPr lang="en" b="1" dirty="0">
                <a:solidFill>
                  <a:schemeClr val="dk1"/>
                </a:solidFill>
                <a:latin typeface="Montserrat"/>
                <a:ea typeface="Montserrat"/>
                <a:cs typeface="Montserrat"/>
                <a:sym typeface="Montserrat"/>
              </a:rPr>
              <a:t>loi des grands nombres</a:t>
            </a:r>
            <a:r>
              <a:rPr lang="en" dirty="0">
                <a:solidFill>
                  <a:schemeClr val="dk1"/>
                </a:solidFill>
                <a:latin typeface="Montserrat"/>
                <a:ea typeface="Montserrat"/>
                <a:cs typeface="Montserrat"/>
                <a:sym typeface="Montserrat"/>
              </a:rPr>
              <a:t>, plus le nombre d’essais augmente, plus la probabilité expérimentale tend à se rapprocher de la probabilité théorique.</a:t>
            </a:r>
            <a:endParaRPr dirty="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dirty="0">
              <a:solidFill>
                <a:schemeClr val="dk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8"/>
          <p:cNvSpPr txBox="1">
            <a:spLocks noGrp="1"/>
          </p:cNvSpPr>
          <p:nvPr>
            <p:ph type="title"/>
          </p:nvPr>
        </p:nvSpPr>
        <p:spPr>
          <a:xfrm>
            <a:off x="266225" y="63800"/>
            <a:ext cx="7708200" cy="64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t>D. Probabilités et variables aléatoires</a:t>
            </a:r>
            <a:endParaRPr sz="21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
        <p:nvSpPr>
          <p:cNvPr id="397" name="Google Shape;397;p5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19</a:t>
            </a:fld>
            <a:endParaRPr>
              <a:solidFill>
                <a:schemeClr val="lt1"/>
              </a:solidFill>
            </a:endParaRPr>
          </a:p>
        </p:txBody>
      </p:sp>
      <p:sp>
        <p:nvSpPr>
          <p:cNvPr id="398" name="Google Shape;398;p58"/>
          <p:cNvSpPr txBox="1"/>
          <p:nvPr/>
        </p:nvSpPr>
        <p:spPr>
          <a:xfrm>
            <a:off x="0" y="523625"/>
            <a:ext cx="7974300" cy="350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Imaginons une expérience où nous lançons </a:t>
            </a:r>
            <a:r>
              <a:rPr lang="en" b="1" dirty="0">
                <a:solidFill>
                  <a:schemeClr val="dk1"/>
                </a:solidFill>
                <a:latin typeface="Montserrat"/>
                <a:ea typeface="Montserrat"/>
                <a:cs typeface="Montserrat"/>
                <a:sym typeface="Montserrat"/>
              </a:rPr>
              <a:t>deux dés</a:t>
            </a:r>
            <a:r>
              <a:rPr lang="en" dirty="0">
                <a:solidFill>
                  <a:schemeClr val="dk1"/>
                </a:solidFill>
                <a:latin typeface="Montserrat"/>
                <a:ea typeface="Montserrat"/>
                <a:cs typeface="Montserrat"/>
                <a:sym typeface="Montserrat"/>
              </a:rPr>
              <a:t> et observons la </a:t>
            </a:r>
            <a:r>
              <a:rPr lang="en" b="1" dirty="0">
                <a:solidFill>
                  <a:schemeClr val="dk1"/>
                </a:solidFill>
                <a:latin typeface="Montserrat"/>
                <a:ea typeface="Montserrat"/>
                <a:cs typeface="Montserrat"/>
                <a:sym typeface="Montserrat"/>
              </a:rPr>
              <a:t>somme des deux faces</a:t>
            </a:r>
            <a:r>
              <a:rPr lang="en" dirty="0">
                <a:solidFill>
                  <a:schemeClr val="dk1"/>
                </a:solidFill>
                <a:latin typeface="Montserrat"/>
                <a:ea typeface="Montserrat"/>
                <a:cs typeface="Montserrat"/>
                <a:sym typeface="Montserrat"/>
              </a:rPr>
              <a:t>. La variable aléatoire ici est la </a:t>
            </a:r>
            <a:r>
              <a:rPr lang="en" b="1" dirty="0">
                <a:solidFill>
                  <a:schemeClr val="dk1"/>
                </a:solidFill>
                <a:latin typeface="Montserrat"/>
                <a:ea typeface="Montserrat"/>
                <a:cs typeface="Montserrat"/>
                <a:sym typeface="Montserrat"/>
              </a:rPr>
              <a:t>somme des résultats</a:t>
            </a:r>
            <a:r>
              <a:rPr lang="en" dirty="0">
                <a:solidFill>
                  <a:schemeClr val="dk1"/>
                </a:solidFill>
                <a:latin typeface="Montserrat"/>
                <a:ea typeface="Montserrat"/>
                <a:cs typeface="Montserrat"/>
                <a:sym typeface="Montserrat"/>
              </a:rPr>
              <a:t> des deux dés.</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b="1" dirty="0">
                <a:solidFill>
                  <a:schemeClr val="accent3"/>
                </a:solidFill>
                <a:latin typeface="Montserrat"/>
                <a:ea typeface="Montserrat"/>
                <a:cs typeface="Montserrat"/>
                <a:sym typeface="Montserrat"/>
              </a:rPr>
              <a:t>Caractéristiques :</a:t>
            </a:r>
            <a:endParaRPr b="1" dirty="0">
              <a:solidFill>
                <a:schemeClr val="accent3"/>
              </a:solidFill>
              <a:latin typeface="Montserrat"/>
              <a:ea typeface="Montserrat"/>
              <a:cs typeface="Montserrat"/>
              <a:sym typeface="Montserrat"/>
            </a:endParaRPr>
          </a:p>
          <a:p>
            <a:pPr marL="457200" lvl="0" indent="-298450" algn="l" rtl="0">
              <a:lnSpc>
                <a:spcPct val="115000"/>
              </a:lnSpc>
              <a:spcBef>
                <a:spcPts val="1200"/>
              </a:spcBef>
              <a:spcAft>
                <a:spcPts val="0"/>
              </a:spcAft>
              <a:buClr>
                <a:schemeClr val="dk1"/>
              </a:buClr>
              <a:buSzPts val="1100"/>
              <a:buChar char="●"/>
            </a:pPr>
            <a:r>
              <a:rPr lang="en" b="1" dirty="0">
                <a:solidFill>
                  <a:schemeClr val="dk1"/>
                </a:solidFill>
                <a:latin typeface="Montserrat"/>
                <a:ea typeface="Montserrat"/>
                <a:cs typeface="Montserrat"/>
                <a:sym typeface="Montserrat"/>
              </a:rPr>
              <a:t>Variable aléatoire discrète :</a:t>
            </a:r>
            <a:r>
              <a:rPr lang="en" dirty="0">
                <a:solidFill>
                  <a:schemeClr val="dk1"/>
                </a:solidFill>
                <a:latin typeface="Montserrat"/>
                <a:ea typeface="Montserrat"/>
                <a:cs typeface="Montserrat"/>
                <a:sym typeface="Montserrat"/>
              </a:rPr>
              <a:t> La somme des deux dés peut prendre des valeurs entières uniquement, allant de 2 (1+1) à 12 (6+6).</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b="1" dirty="0">
                <a:solidFill>
                  <a:schemeClr val="dk1"/>
                </a:solidFill>
                <a:latin typeface="Montserrat"/>
                <a:ea typeface="Montserrat"/>
                <a:cs typeface="Montserrat"/>
                <a:sym typeface="Montserrat"/>
              </a:rPr>
              <a:t>Événements :</a:t>
            </a:r>
            <a:endParaRPr b="1"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X=2, lorsque les deux dés affichent 1.</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X=7, lorsque les résultats combinés sont par exemple (1,6), (2,5), (3,4), etc.</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X=12, lorsque les deux dés affichent 6.</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b="1" dirty="0">
                <a:solidFill>
                  <a:schemeClr val="dk2"/>
                </a:solidFill>
                <a:latin typeface="Montserrat"/>
                <a:ea typeface="Montserrat"/>
                <a:cs typeface="Montserrat"/>
                <a:sym typeface="Montserrat"/>
              </a:rPr>
              <a:t>Calcul de Probabilités</a:t>
            </a:r>
            <a:r>
              <a:rPr lang="en" b="1" dirty="0">
                <a:solidFill>
                  <a:schemeClr val="dk1"/>
                </a:solidFill>
                <a:latin typeface="Montserrat"/>
                <a:ea typeface="Montserrat"/>
                <a:cs typeface="Montserrat"/>
                <a:sym typeface="Montserrat"/>
              </a:rPr>
              <a:t> :</a:t>
            </a:r>
            <a:r>
              <a:rPr lang="en" dirty="0">
                <a:solidFill>
                  <a:schemeClr val="dk1"/>
                </a:solidFill>
                <a:latin typeface="Montserrat"/>
                <a:ea typeface="Montserrat"/>
                <a:cs typeface="Montserrat"/>
                <a:sym typeface="Montserrat"/>
              </a:rPr>
              <a:t>La probabilité de chaque valeur dépend du nombre de combinaisons possibles :</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Exemple :</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P(X=2)=1/36 (1 seule combinaison possible : (1,1)).</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P(X=7)=6/36=0,167 (6 combinaisons possibles : (1,6), (2,5), (3,4), (4,3), (5,2), (6,1)).</a:t>
            </a:r>
            <a:endParaRPr sz="2100" dirty="0">
              <a:solidFill>
                <a:schemeClr val="dk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9"/>
          <p:cNvSpPr txBox="1">
            <a:spLocks noGrp="1"/>
          </p:cNvSpPr>
          <p:nvPr>
            <p:ph type="title"/>
          </p:nvPr>
        </p:nvSpPr>
        <p:spPr>
          <a:xfrm>
            <a:off x="717900" y="64450"/>
            <a:ext cx="77082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E- Algèbre linéaire de base</a:t>
            </a:r>
            <a:endParaRPr sz="20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
        <p:nvSpPr>
          <p:cNvPr id="404" name="Google Shape;404;p5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20</a:t>
            </a:fld>
            <a:endParaRPr>
              <a:solidFill>
                <a:schemeClr val="lt1"/>
              </a:solidFill>
            </a:endParaRPr>
          </a:p>
        </p:txBody>
      </p:sp>
      <p:sp>
        <p:nvSpPr>
          <p:cNvPr id="405" name="Google Shape;405;p59"/>
          <p:cNvSpPr txBox="1"/>
          <p:nvPr/>
        </p:nvSpPr>
        <p:spPr>
          <a:xfrm>
            <a:off x="228300" y="458050"/>
            <a:ext cx="8197800" cy="3814800"/>
          </a:xfrm>
          <a:prstGeom prst="rect">
            <a:avLst/>
          </a:prstGeom>
          <a:noFill/>
          <a:ln>
            <a:noFill/>
          </a:ln>
        </p:spPr>
        <p:txBody>
          <a:bodyPr spcFirstLastPara="1" wrap="square" lIns="91425" tIns="91425" rIns="91425" bIns="91425" anchor="t" anchorCtr="0">
            <a:noAutofit/>
          </a:bodyPr>
          <a:lstStyle/>
          <a:p>
            <a:pPr marL="457200" lvl="0" indent="-323850" algn="l" rtl="0">
              <a:lnSpc>
                <a:spcPct val="115000"/>
              </a:lnSpc>
              <a:spcBef>
                <a:spcPts val="1400"/>
              </a:spcBef>
              <a:spcAft>
                <a:spcPts val="0"/>
              </a:spcAft>
              <a:buClr>
                <a:schemeClr val="accent3"/>
              </a:buClr>
              <a:buSzPts val="1500"/>
              <a:buFont typeface="Montserrat"/>
              <a:buChar char="➢"/>
            </a:pPr>
            <a:r>
              <a:rPr lang="en" sz="1500" b="1" dirty="0">
                <a:solidFill>
                  <a:schemeClr val="accent3"/>
                </a:solidFill>
                <a:latin typeface="Montserrat"/>
                <a:ea typeface="Montserrat"/>
                <a:cs typeface="Montserrat"/>
                <a:sym typeface="Montserrat"/>
              </a:rPr>
              <a:t> Vecteurs</a:t>
            </a:r>
            <a:endParaRPr sz="1500" b="1" dirty="0">
              <a:solidFill>
                <a:schemeClr val="accent3"/>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sz="1300" dirty="0">
                <a:solidFill>
                  <a:schemeClr val="dk1"/>
                </a:solidFill>
                <a:latin typeface="Montserrat"/>
                <a:ea typeface="Montserrat"/>
                <a:cs typeface="Montserrat"/>
                <a:sym typeface="Montserrat"/>
              </a:rPr>
              <a:t>Un vecteur est une liste ordonnée de nombres qui représente des quantités dans un espace n-dimensionnel.</a:t>
            </a:r>
            <a:endParaRPr sz="1300"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sz="1300" b="1" dirty="0">
                <a:solidFill>
                  <a:schemeClr val="dk2"/>
                </a:solidFill>
                <a:latin typeface="Montserrat"/>
                <a:ea typeface="Montserrat"/>
                <a:cs typeface="Montserrat"/>
                <a:sym typeface="Montserrat"/>
              </a:rPr>
              <a:t>Exemples :</a:t>
            </a:r>
            <a:endParaRPr sz="1300" b="1" dirty="0">
              <a:solidFill>
                <a:schemeClr val="dk2"/>
              </a:solidFill>
              <a:latin typeface="Montserrat"/>
              <a:ea typeface="Montserrat"/>
              <a:cs typeface="Montserrat"/>
              <a:sym typeface="Montserrat"/>
            </a:endParaRPr>
          </a:p>
          <a:p>
            <a:pPr marL="457200" lvl="0" indent="-311150" algn="l" rtl="0">
              <a:lnSpc>
                <a:spcPct val="115000"/>
              </a:lnSpc>
              <a:spcBef>
                <a:spcPts val="1200"/>
              </a:spcBef>
              <a:spcAft>
                <a:spcPts val="0"/>
              </a:spcAft>
              <a:buClr>
                <a:schemeClr val="dk1"/>
              </a:buClr>
              <a:buSzPts val="1300"/>
              <a:buFont typeface="Montserrat"/>
              <a:buChar char="●"/>
            </a:pPr>
            <a:r>
              <a:rPr lang="en" sz="1300" dirty="0">
                <a:solidFill>
                  <a:schemeClr val="dk1"/>
                </a:solidFill>
                <a:latin typeface="Montserrat"/>
                <a:ea typeface="Montserrat"/>
                <a:cs typeface="Montserrat"/>
                <a:sym typeface="Montserrat"/>
              </a:rPr>
              <a:t>Un vecteur en 2 dimensions :</a:t>
            </a:r>
            <a:endParaRPr sz="1300"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endParaRPr sz="1300" dirty="0">
              <a:solidFill>
                <a:schemeClr val="dk1"/>
              </a:solidFill>
              <a:latin typeface="Montserrat"/>
              <a:ea typeface="Montserrat"/>
              <a:cs typeface="Montserrat"/>
              <a:sym typeface="Montserrat"/>
            </a:endParaRPr>
          </a:p>
          <a:p>
            <a:pPr marL="457200" lvl="0" indent="-311150" algn="l" rtl="0">
              <a:lnSpc>
                <a:spcPct val="115000"/>
              </a:lnSpc>
              <a:spcBef>
                <a:spcPts val="1200"/>
              </a:spcBef>
              <a:spcAft>
                <a:spcPts val="0"/>
              </a:spcAft>
              <a:buClr>
                <a:schemeClr val="dk1"/>
              </a:buClr>
              <a:buSzPts val="1300"/>
              <a:buFont typeface="Montserrat"/>
              <a:buChar char="●"/>
            </a:pPr>
            <a:r>
              <a:rPr lang="en" sz="1300" dirty="0">
                <a:solidFill>
                  <a:schemeClr val="dk1"/>
                </a:solidFill>
                <a:latin typeface="Montserrat"/>
                <a:ea typeface="Montserrat"/>
                <a:cs typeface="Montserrat"/>
                <a:sym typeface="Montserrat"/>
              </a:rPr>
              <a:t>Un vecteur en 3 dimensions :</a:t>
            </a:r>
            <a:endParaRPr sz="1300"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endParaRPr sz="1300"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sz="1300" dirty="0">
                <a:solidFill>
                  <a:schemeClr val="dk1"/>
                </a:solidFill>
                <a:latin typeface="Montserrat"/>
                <a:ea typeface="Montserrat"/>
                <a:cs typeface="Montserrat"/>
                <a:sym typeface="Montserrat"/>
              </a:rPr>
              <a:t>Les vecteurs sont utilisés pour représenter des grandeurs telles que la position, la vitesse ou des ensembles de données en machine learning.</a:t>
            </a:r>
            <a:endParaRPr sz="1300" dirty="0">
              <a:solidFill>
                <a:schemeClr val="dk1"/>
              </a:solidFill>
              <a:latin typeface="Montserrat"/>
              <a:ea typeface="Montserrat"/>
              <a:cs typeface="Montserrat"/>
              <a:sym typeface="Montserrat"/>
            </a:endParaRPr>
          </a:p>
          <a:p>
            <a:pPr marL="457200" lvl="0" indent="-317500" algn="l" rtl="0">
              <a:lnSpc>
                <a:spcPct val="115000"/>
              </a:lnSpc>
              <a:spcBef>
                <a:spcPts val="1400"/>
              </a:spcBef>
              <a:spcAft>
                <a:spcPts val="0"/>
              </a:spcAft>
              <a:buClr>
                <a:schemeClr val="dk1"/>
              </a:buClr>
              <a:buSzPts val="1400"/>
              <a:buFont typeface="Montserrat"/>
              <a:buChar char="➢"/>
            </a:pPr>
            <a:r>
              <a:rPr lang="en" sz="1500" b="1" dirty="0">
                <a:solidFill>
                  <a:schemeClr val="accent3"/>
                </a:solidFill>
                <a:latin typeface="Montserrat"/>
                <a:ea typeface="Montserrat"/>
                <a:cs typeface="Montserrat"/>
                <a:sym typeface="Montserrat"/>
              </a:rPr>
              <a:t> Matrices</a:t>
            </a:r>
            <a:r>
              <a:rPr lang="en" sz="1500" b="1" dirty="0">
                <a:solidFill>
                  <a:schemeClr val="dk1"/>
                </a:solidFill>
                <a:latin typeface="Montserrat"/>
                <a:ea typeface="Montserrat"/>
                <a:cs typeface="Montserrat"/>
                <a:sym typeface="Montserrat"/>
              </a:rPr>
              <a:t> </a:t>
            </a:r>
            <a:r>
              <a:rPr lang="en" sz="1300" dirty="0">
                <a:solidFill>
                  <a:schemeClr val="dk1"/>
                </a:solidFill>
                <a:latin typeface="Montserrat"/>
                <a:ea typeface="Montserrat"/>
                <a:cs typeface="Montserrat"/>
                <a:sym typeface="Montserrat"/>
              </a:rPr>
              <a:t>Une matrice est un tableau rectangulaire de nombres organisé en lignes et colonnes.</a:t>
            </a:r>
            <a:endParaRPr sz="1300"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2"/>
                </a:solidFill>
                <a:latin typeface="Montserrat"/>
                <a:ea typeface="Montserrat"/>
                <a:cs typeface="Montserrat"/>
                <a:sym typeface="Montserrat"/>
              </a:rPr>
              <a:t>Exemple</a:t>
            </a:r>
            <a:r>
              <a:rPr lang="en" b="1" dirty="0">
                <a:solidFill>
                  <a:schemeClr val="dk1"/>
                </a:solidFill>
                <a:latin typeface="Montserrat"/>
                <a:ea typeface="Montserrat"/>
                <a:cs typeface="Montserrat"/>
                <a:sym typeface="Montserrat"/>
              </a:rPr>
              <a:t> :</a:t>
            </a:r>
            <a:r>
              <a:rPr lang="en" dirty="0">
                <a:solidFill>
                  <a:schemeClr val="dk1"/>
                </a:solidFill>
                <a:latin typeface="Montserrat"/>
                <a:ea typeface="Montserrat"/>
                <a:cs typeface="Montserrat"/>
                <a:sym typeface="Montserrat"/>
              </a:rPr>
              <a:t> Une matrice 2×3 :</a:t>
            </a:r>
            <a:endParaRPr sz="1600"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sz="2000" dirty="0">
              <a:solidFill>
                <a:schemeClr val="dk2"/>
              </a:solidFill>
              <a:latin typeface="Montserrat"/>
              <a:ea typeface="Montserrat"/>
              <a:cs typeface="Montserrat"/>
              <a:sym typeface="Montserrat"/>
            </a:endParaRPr>
          </a:p>
        </p:txBody>
      </p:sp>
      <p:pic>
        <p:nvPicPr>
          <p:cNvPr id="406" name="Google Shape;406;p59" title="Screenshot 2025-03-25 at 08.48.34.png"/>
          <p:cNvPicPr preferRelativeResize="0"/>
          <p:nvPr/>
        </p:nvPicPr>
        <p:blipFill>
          <a:blip r:embed="rId3">
            <a:alphaModFix/>
          </a:blip>
          <a:stretch>
            <a:fillRect/>
          </a:stretch>
        </p:blipFill>
        <p:spPr>
          <a:xfrm>
            <a:off x="3370450" y="1797900"/>
            <a:ext cx="895339" cy="647700"/>
          </a:xfrm>
          <a:prstGeom prst="rect">
            <a:avLst/>
          </a:prstGeom>
          <a:noFill/>
          <a:ln>
            <a:noFill/>
          </a:ln>
        </p:spPr>
      </p:pic>
      <p:pic>
        <p:nvPicPr>
          <p:cNvPr id="407" name="Google Shape;407;p59" title="Screenshot 2025-03-25 at 08.48.55.png"/>
          <p:cNvPicPr preferRelativeResize="0"/>
          <p:nvPr/>
        </p:nvPicPr>
        <p:blipFill>
          <a:blip r:embed="rId4">
            <a:alphaModFix/>
          </a:blip>
          <a:stretch>
            <a:fillRect/>
          </a:stretch>
        </p:blipFill>
        <p:spPr>
          <a:xfrm>
            <a:off x="3351400" y="2571750"/>
            <a:ext cx="933450" cy="838200"/>
          </a:xfrm>
          <a:prstGeom prst="rect">
            <a:avLst/>
          </a:prstGeom>
          <a:noFill/>
          <a:ln>
            <a:noFill/>
          </a:ln>
        </p:spPr>
      </p:pic>
      <p:pic>
        <p:nvPicPr>
          <p:cNvPr id="408" name="Google Shape;408;p59" title="Screenshot 2025-03-25 at 08.49.10.png"/>
          <p:cNvPicPr preferRelativeResize="0"/>
          <p:nvPr/>
        </p:nvPicPr>
        <p:blipFill rotWithShape="1">
          <a:blip r:embed="rId5">
            <a:alphaModFix/>
          </a:blip>
          <a:srcRect t="18073" b="12813"/>
          <a:stretch/>
        </p:blipFill>
        <p:spPr>
          <a:xfrm>
            <a:off x="3289650" y="4508566"/>
            <a:ext cx="1543850" cy="52715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60"/>
          <p:cNvSpPr txBox="1">
            <a:spLocks noGrp="1"/>
          </p:cNvSpPr>
          <p:nvPr>
            <p:ph type="title"/>
          </p:nvPr>
        </p:nvSpPr>
        <p:spPr>
          <a:xfrm>
            <a:off x="717900" y="64450"/>
            <a:ext cx="77082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E- Algèbre linéaire de base</a:t>
            </a:r>
            <a:endParaRPr sz="20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
        <p:nvSpPr>
          <p:cNvPr id="414" name="Google Shape;414;p6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21</a:t>
            </a:fld>
            <a:endParaRPr>
              <a:solidFill>
                <a:schemeClr val="lt1"/>
              </a:solidFill>
            </a:endParaRPr>
          </a:p>
        </p:txBody>
      </p:sp>
      <p:sp>
        <p:nvSpPr>
          <p:cNvPr id="415" name="Google Shape;415;p60"/>
          <p:cNvSpPr txBox="1"/>
          <p:nvPr/>
        </p:nvSpPr>
        <p:spPr>
          <a:xfrm>
            <a:off x="66725" y="511925"/>
            <a:ext cx="8197800" cy="38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Les matrices permettent de représenter des transformations linéaires, des systèmes d’équations et des ensembles de données multidimensionnelles.</a:t>
            </a:r>
            <a:endParaRPr>
              <a:solidFill>
                <a:schemeClr val="dk1"/>
              </a:solidFill>
              <a:latin typeface="Montserrat"/>
              <a:ea typeface="Montserrat"/>
              <a:cs typeface="Montserrat"/>
              <a:sym typeface="Montserrat"/>
            </a:endParaRPr>
          </a:p>
          <a:p>
            <a:pPr marL="457200" lvl="0" indent="-317500" algn="l" rtl="0">
              <a:lnSpc>
                <a:spcPct val="115000"/>
              </a:lnSpc>
              <a:spcBef>
                <a:spcPts val="1400"/>
              </a:spcBef>
              <a:spcAft>
                <a:spcPts val="0"/>
              </a:spcAft>
              <a:buClr>
                <a:schemeClr val="dk2"/>
              </a:buClr>
              <a:buSzPts val="1400"/>
              <a:buFont typeface="Montserrat"/>
              <a:buChar char="➢"/>
            </a:pPr>
            <a:r>
              <a:rPr lang="en" b="1">
                <a:solidFill>
                  <a:schemeClr val="dk2"/>
                </a:solidFill>
                <a:latin typeface="Montserrat"/>
                <a:ea typeface="Montserrat"/>
                <a:cs typeface="Montserrat"/>
                <a:sym typeface="Montserrat"/>
              </a:rPr>
              <a:t> Opérations sur les Matrices</a:t>
            </a:r>
            <a:endParaRPr b="1">
              <a:solidFill>
                <a:schemeClr val="dk2"/>
              </a:solidFill>
              <a:latin typeface="Montserrat"/>
              <a:ea typeface="Montserrat"/>
              <a:cs typeface="Montserrat"/>
              <a:sym typeface="Montserrat"/>
            </a:endParaRPr>
          </a:p>
          <a:p>
            <a:pPr marL="914400" lvl="0" indent="-317500" algn="l" rtl="0">
              <a:lnSpc>
                <a:spcPct val="115000"/>
              </a:lnSpc>
              <a:spcBef>
                <a:spcPts val="0"/>
              </a:spcBef>
              <a:spcAft>
                <a:spcPts val="0"/>
              </a:spcAft>
              <a:buClr>
                <a:schemeClr val="dk2"/>
              </a:buClr>
              <a:buSzPts val="1400"/>
              <a:buFont typeface="Montserrat"/>
              <a:buChar char="➢"/>
            </a:pPr>
            <a:r>
              <a:rPr lang="en" b="1">
                <a:solidFill>
                  <a:schemeClr val="dk2"/>
                </a:solidFill>
                <a:latin typeface="Montserrat"/>
                <a:ea typeface="Montserrat"/>
                <a:cs typeface="Montserrat"/>
                <a:sym typeface="Montserrat"/>
              </a:rPr>
              <a:t>Addition des Matrices</a:t>
            </a:r>
            <a:r>
              <a:rPr lang="en">
                <a:solidFill>
                  <a:schemeClr val="dk2"/>
                </a:solidFill>
                <a:latin typeface="Montserrat"/>
                <a:ea typeface="Montserrat"/>
                <a:cs typeface="Montserrat"/>
                <a:sym typeface="Montserrat"/>
              </a:rPr>
              <a:t> :  </a:t>
            </a:r>
            <a:r>
              <a:rPr lang="en">
                <a:solidFill>
                  <a:schemeClr val="dk1"/>
                </a:solidFill>
                <a:latin typeface="Montserrat"/>
                <a:ea typeface="Montserrat"/>
                <a:cs typeface="Montserrat"/>
                <a:sym typeface="Montserrat"/>
              </a:rPr>
              <a:t>Deux matrices de mêmes dimensions peuvent être additionnées en ajoutant leurs éléments correspondants.</a:t>
            </a:r>
            <a:endParaRPr>
              <a:solidFill>
                <a:schemeClr val="dk1"/>
              </a:solidFill>
              <a:latin typeface="Montserrat"/>
              <a:ea typeface="Montserrat"/>
              <a:cs typeface="Montserrat"/>
              <a:sym typeface="Montserrat"/>
            </a:endParaRPr>
          </a:p>
          <a:p>
            <a:pPr marL="457200" lvl="0" indent="0" algn="l" rtl="0">
              <a:spcBef>
                <a:spcPts val="1200"/>
              </a:spcBef>
              <a:spcAft>
                <a:spcPts val="0"/>
              </a:spcAft>
              <a:buNone/>
            </a:pPr>
            <a:endParaRPr>
              <a:solidFill>
                <a:schemeClr val="dk2"/>
              </a:solidFill>
              <a:latin typeface="Montserrat"/>
              <a:ea typeface="Montserrat"/>
              <a:cs typeface="Montserrat"/>
              <a:sym typeface="Montserrat"/>
            </a:endParaRPr>
          </a:p>
          <a:p>
            <a:pPr marL="457200" lvl="0" indent="0" algn="l" rtl="0">
              <a:spcBef>
                <a:spcPts val="0"/>
              </a:spcBef>
              <a:spcAft>
                <a:spcPts val="0"/>
              </a:spcAft>
              <a:buNone/>
            </a:pPr>
            <a:endParaRPr>
              <a:solidFill>
                <a:schemeClr val="dk2"/>
              </a:solidFill>
              <a:latin typeface="Montserrat"/>
              <a:ea typeface="Montserrat"/>
              <a:cs typeface="Montserrat"/>
              <a:sym typeface="Montserrat"/>
            </a:endParaRPr>
          </a:p>
          <a:p>
            <a:pPr marL="457200" lvl="0" indent="0" algn="l" rtl="0">
              <a:spcBef>
                <a:spcPts val="0"/>
              </a:spcBef>
              <a:spcAft>
                <a:spcPts val="0"/>
              </a:spcAft>
              <a:buNone/>
            </a:pPr>
            <a:endParaRPr>
              <a:solidFill>
                <a:schemeClr val="dk2"/>
              </a:solidFill>
              <a:latin typeface="Montserrat"/>
              <a:ea typeface="Montserrat"/>
              <a:cs typeface="Montserrat"/>
              <a:sym typeface="Montserrat"/>
            </a:endParaRPr>
          </a:p>
          <a:p>
            <a:pPr marL="457200" lvl="0" indent="0" algn="l" rtl="0">
              <a:spcBef>
                <a:spcPts val="0"/>
              </a:spcBef>
              <a:spcAft>
                <a:spcPts val="0"/>
              </a:spcAft>
              <a:buNone/>
            </a:pPr>
            <a:endParaRPr>
              <a:solidFill>
                <a:schemeClr val="dk2"/>
              </a:solidFill>
              <a:latin typeface="Montserrat"/>
              <a:ea typeface="Montserrat"/>
              <a:cs typeface="Montserrat"/>
              <a:sym typeface="Montserrat"/>
            </a:endParaRPr>
          </a:p>
          <a:p>
            <a:pPr marL="457200" lvl="0" indent="0" algn="l" rtl="0">
              <a:spcBef>
                <a:spcPts val="0"/>
              </a:spcBef>
              <a:spcAft>
                <a:spcPts val="0"/>
              </a:spcAft>
              <a:buNone/>
            </a:pPr>
            <a:endParaRPr>
              <a:solidFill>
                <a:schemeClr val="dk2"/>
              </a:solidFill>
              <a:latin typeface="Montserrat"/>
              <a:ea typeface="Montserrat"/>
              <a:cs typeface="Montserrat"/>
              <a:sym typeface="Montserrat"/>
            </a:endParaRPr>
          </a:p>
          <a:p>
            <a:pPr marL="914400" lvl="0" indent="-317500" algn="l" rtl="0">
              <a:lnSpc>
                <a:spcPct val="115000"/>
              </a:lnSpc>
              <a:spcBef>
                <a:spcPts val="1200"/>
              </a:spcBef>
              <a:spcAft>
                <a:spcPts val="0"/>
              </a:spcAft>
              <a:buClr>
                <a:schemeClr val="dk2"/>
              </a:buClr>
              <a:buSzPts val="1400"/>
              <a:buFont typeface="Montserrat"/>
              <a:buChar char="➢"/>
            </a:pPr>
            <a:r>
              <a:rPr lang="en" b="1">
                <a:solidFill>
                  <a:schemeClr val="dk2"/>
                </a:solidFill>
                <a:latin typeface="Montserrat"/>
                <a:ea typeface="Montserrat"/>
                <a:cs typeface="Montserrat"/>
                <a:sym typeface="Montserrat"/>
              </a:rPr>
              <a:t>Multiplication Matricielle</a:t>
            </a:r>
            <a:r>
              <a:rPr lang="en">
                <a:solidFill>
                  <a:schemeClr val="dk2"/>
                </a:solidFill>
                <a:latin typeface="Montserrat"/>
                <a:ea typeface="Montserrat"/>
                <a:cs typeface="Montserrat"/>
                <a:sym typeface="Montserrat"/>
              </a:rPr>
              <a:t> : </a:t>
            </a:r>
            <a:r>
              <a:rPr lang="en">
                <a:solidFill>
                  <a:schemeClr val="dk1"/>
                </a:solidFill>
                <a:latin typeface="Montserrat"/>
                <a:ea typeface="Montserrat"/>
                <a:cs typeface="Montserrat"/>
                <a:sym typeface="Montserrat"/>
              </a:rPr>
              <a:t>Pour multiplier deux matrices, on calcule le produit scalaire entre les lignes de la première matrice et les colonnes de la seconde</a:t>
            </a:r>
            <a:endParaRPr>
              <a:solidFill>
                <a:schemeClr val="dk1"/>
              </a:solidFill>
              <a:latin typeface="Montserrat"/>
              <a:ea typeface="Montserrat"/>
              <a:cs typeface="Montserrat"/>
              <a:sym typeface="Montserrat"/>
            </a:endParaRPr>
          </a:p>
          <a:p>
            <a:pPr marL="457200" lvl="0" indent="0" algn="l" rtl="0">
              <a:spcBef>
                <a:spcPts val="1200"/>
              </a:spcBef>
              <a:spcAft>
                <a:spcPts val="0"/>
              </a:spcAft>
              <a:buNone/>
            </a:pPr>
            <a:endParaRPr>
              <a:solidFill>
                <a:schemeClr val="dk2"/>
              </a:solidFill>
              <a:latin typeface="Montserrat"/>
              <a:ea typeface="Montserrat"/>
              <a:cs typeface="Montserrat"/>
              <a:sym typeface="Montserrat"/>
            </a:endParaRPr>
          </a:p>
        </p:txBody>
      </p:sp>
      <p:pic>
        <p:nvPicPr>
          <p:cNvPr id="416" name="Google Shape;416;p60" title="Screenshot 2025-03-25 at 08.49.28.png"/>
          <p:cNvPicPr preferRelativeResize="0"/>
          <p:nvPr/>
        </p:nvPicPr>
        <p:blipFill>
          <a:blip r:embed="rId3">
            <a:alphaModFix/>
          </a:blip>
          <a:stretch>
            <a:fillRect/>
          </a:stretch>
        </p:blipFill>
        <p:spPr>
          <a:xfrm>
            <a:off x="1754888" y="2169510"/>
            <a:ext cx="3533775" cy="1295400"/>
          </a:xfrm>
          <a:prstGeom prst="rect">
            <a:avLst/>
          </a:prstGeom>
          <a:noFill/>
          <a:ln>
            <a:noFill/>
          </a:ln>
        </p:spPr>
      </p:pic>
      <p:pic>
        <p:nvPicPr>
          <p:cNvPr id="417" name="Google Shape;417;p60" title="Screenshot 2025-03-25 at 08.49.42.png"/>
          <p:cNvPicPr preferRelativeResize="0"/>
          <p:nvPr/>
        </p:nvPicPr>
        <p:blipFill rotWithShape="1">
          <a:blip r:embed="rId4">
            <a:alphaModFix/>
          </a:blip>
          <a:srcRect l="2731" r="47968" b="64111"/>
          <a:stretch/>
        </p:blipFill>
        <p:spPr>
          <a:xfrm>
            <a:off x="1754900" y="4121975"/>
            <a:ext cx="3137274" cy="703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1"/>
          <p:cNvSpPr txBox="1">
            <a:spLocks noGrp="1"/>
          </p:cNvSpPr>
          <p:nvPr>
            <p:ph type="title"/>
          </p:nvPr>
        </p:nvSpPr>
        <p:spPr>
          <a:xfrm>
            <a:off x="717900" y="64450"/>
            <a:ext cx="77082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E- Algèbre linéaire de base</a:t>
            </a:r>
            <a:endParaRPr sz="20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
        <p:nvSpPr>
          <p:cNvPr id="423" name="Google Shape;423;p6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22</a:t>
            </a:fld>
            <a:endParaRPr>
              <a:solidFill>
                <a:schemeClr val="lt1"/>
              </a:solidFill>
            </a:endParaRPr>
          </a:p>
        </p:txBody>
      </p:sp>
      <p:sp>
        <p:nvSpPr>
          <p:cNvPr id="424" name="Google Shape;424;p61"/>
          <p:cNvSpPr txBox="1"/>
          <p:nvPr/>
        </p:nvSpPr>
        <p:spPr>
          <a:xfrm>
            <a:off x="66725" y="511925"/>
            <a:ext cx="8197800" cy="38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endParaRPr sz="1300" b="1" dirty="0">
              <a:solidFill>
                <a:schemeClr val="dk1"/>
              </a:solidFill>
            </a:endParaRPr>
          </a:p>
          <a:p>
            <a:pPr marL="0" lvl="0" indent="0" algn="l" rtl="0">
              <a:lnSpc>
                <a:spcPct val="115000"/>
              </a:lnSpc>
              <a:spcBef>
                <a:spcPts val="1400"/>
              </a:spcBef>
              <a:spcAft>
                <a:spcPts val="0"/>
              </a:spcAft>
              <a:buNone/>
            </a:pPr>
            <a:endParaRPr sz="1300" b="1" dirty="0">
              <a:solidFill>
                <a:schemeClr val="dk1"/>
              </a:solidFill>
            </a:endParaRPr>
          </a:p>
          <a:p>
            <a:pPr marL="0" lvl="0" indent="0" algn="l" rtl="0">
              <a:lnSpc>
                <a:spcPct val="115000"/>
              </a:lnSpc>
              <a:spcBef>
                <a:spcPts val="1400"/>
              </a:spcBef>
              <a:spcAft>
                <a:spcPts val="0"/>
              </a:spcAft>
              <a:buNone/>
            </a:pPr>
            <a:endParaRPr sz="1300" b="1" dirty="0">
              <a:solidFill>
                <a:schemeClr val="dk1"/>
              </a:solidFill>
            </a:endParaRPr>
          </a:p>
          <a:p>
            <a:pPr marL="457200" lvl="0" indent="-317500" algn="l" rtl="0">
              <a:lnSpc>
                <a:spcPct val="115000"/>
              </a:lnSpc>
              <a:spcBef>
                <a:spcPts val="14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 Régression Linéaire</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latin typeface="Montserrat"/>
                <a:ea typeface="Montserrat"/>
                <a:cs typeface="Montserrat"/>
                <a:sym typeface="Montserrat"/>
              </a:rPr>
              <a:t>La régression linéaire utilise les concepts d'algèbre linéaire pour modéliser la relation entre une variable dépendante et des variables indépendantes .</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latin typeface="Montserrat"/>
                <a:ea typeface="Montserrat"/>
                <a:cs typeface="Montserrat"/>
                <a:sym typeface="Montserrat"/>
              </a:rPr>
              <a:t>Formule :</a:t>
            </a:r>
            <a:endParaRPr b="1"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latin typeface="Montserrat"/>
                <a:ea typeface="Montserrat"/>
                <a:cs typeface="Montserrat"/>
                <a:sym typeface="Montserrat"/>
              </a:rPr>
              <a:t>Où :</a:t>
            </a:r>
            <a:endParaRPr dirty="0">
              <a:solidFill>
                <a:schemeClr val="dk1"/>
              </a:solidFill>
              <a:latin typeface="Montserrat"/>
              <a:ea typeface="Montserrat"/>
              <a:cs typeface="Montserrat"/>
              <a:sym typeface="Montserrat"/>
            </a:endParaRPr>
          </a:p>
          <a:p>
            <a:pPr marL="457200" lvl="0" indent="0" algn="l" rtl="0">
              <a:spcBef>
                <a:spcPts val="1200"/>
              </a:spcBef>
              <a:spcAft>
                <a:spcPts val="0"/>
              </a:spcAft>
              <a:buNone/>
            </a:pPr>
            <a:endParaRPr dirty="0">
              <a:solidFill>
                <a:schemeClr val="dk2"/>
              </a:solidFill>
              <a:latin typeface="Montserrat"/>
              <a:ea typeface="Montserrat"/>
              <a:cs typeface="Montserrat"/>
              <a:sym typeface="Montserrat"/>
            </a:endParaRPr>
          </a:p>
        </p:txBody>
      </p:sp>
      <p:pic>
        <p:nvPicPr>
          <p:cNvPr id="425" name="Google Shape;425;p61" title="Screenshot 2025-03-25 at 08.49.42.png"/>
          <p:cNvPicPr preferRelativeResize="0"/>
          <p:nvPr/>
        </p:nvPicPr>
        <p:blipFill rotWithShape="1">
          <a:blip r:embed="rId3">
            <a:alphaModFix/>
          </a:blip>
          <a:srcRect t="32955" b="7449"/>
          <a:stretch/>
        </p:blipFill>
        <p:spPr>
          <a:xfrm>
            <a:off x="0" y="511925"/>
            <a:ext cx="5985164" cy="1157950"/>
          </a:xfrm>
          <a:prstGeom prst="rect">
            <a:avLst/>
          </a:prstGeom>
          <a:noFill/>
          <a:ln>
            <a:noFill/>
          </a:ln>
        </p:spPr>
      </p:pic>
      <p:pic>
        <p:nvPicPr>
          <p:cNvPr id="426" name="Google Shape;426;p61" title="Screenshot 2025-03-25 at 09.04.41.png"/>
          <p:cNvPicPr preferRelativeResize="0"/>
          <p:nvPr/>
        </p:nvPicPr>
        <p:blipFill>
          <a:blip r:embed="rId4">
            <a:alphaModFix/>
          </a:blip>
          <a:stretch>
            <a:fillRect/>
          </a:stretch>
        </p:blipFill>
        <p:spPr>
          <a:xfrm>
            <a:off x="5821050" y="2405050"/>
            <a:ext cx="1447800" cy="333375"/>
          </a:xfrm>
          <a:prstGeom prst="rect">
            <a:avLst/>
          </a:prstGeom>
          <a:noFill/>
          <a:ln>
            <a:noFill/>
          </a:ln>
        </p:spPr>
      </p:pic>
      <p:pic>
        <p:nvPicPr>
          <p:cNvPr id="427" name="Google Shape;427;p61" title="Screenshot 2025-03-25 at 09.04.26.png"/>
          <p:cNvPicPr preferRelativeResize="0"/>
          <p:nvPr/>
        </p:nvPicPr>
        <p:blipFill>
          <a:blip r:embed="rId5">
            <a:alphaModFix/>
          </a:blip>
          <a:stretch>
            <a:fillRect/>
          </a:stretch>
        </p:blipFill>
        <p:spPr>
          <a:xfrm>
            <a:off x="2881377" y="2880051"/>
            <a:ext cx="1390650" cy="323850"/>
          </a:xfrm>
          <a:prstGeom prst="rect">
            <a:avLst/>
          </a:prstGeom>
          <a:noFill/>
          <a:ln>
            <a:noFill/>
          </a:ln>
        </p:spPr>
      </p:pic>
      <p:pic>
        <p:nvPicPr>
          <p:cNvPr id="428" name="Google Shape;428;p61" title="Screenshot 2025-03-25 at 09.04.59.png"/>
          <p:cNvPicPr preferRelativeResize="0"/>
          <p:nvPr/>
        </p:nvPicPr>
        <p:blipFill>
          <a:blip r:embed="rId6">
            <a:alphaModFix/>
          </a:blip>
          <a:stretch>
            <a:fillRect/>
          </a:stretch>
        </p:blipFill>
        <p:spPr>
          <a:xfrm>
            <a:off x="516588" y="3392763"/>
            <a:ext cx="3648075" cy="1533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2"/>
          <p:cNvSpPr txBox="1">
            <a:spLocks noGrp="1"/>
          </p:cNvSpPr>
          <p:nvPr>
            <p:ph type="title"/>
          </p:nvPr>
        </p:nvSpPr>
        <p:spPr>
          <a:xfrm>
            <a:off x="717900" y="64450"/>
            <a:ext cx="77082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E- Algèbre linéaire de base</a:t>
            </a:r>
            <a:endParaRPr sz="2000"/>
          </a:p>
          <a:p>
            <a:pPr marL="0" lvl="0" indent="0" algn="l" rtl="0">
              <a:lnSpc>
                <a:spcPct val="115000"/>
              </a:lnSpc>
              <a:spcBef>
                <a:spcPts val="0"/>
              </a:spcBef>
              <a:spcAft>
                <a:spcPts val="0"/>
              </a:spcAft>
              <a:buNone/>
            </a:pPr>
            <a:endParaRPr/>
          </a:p>
          <a:p>
            <a:pPr marL="0" lvl="0" indent="0" algn="l" rtl="0">
              <a:spcBef>
                <a:spcPts val="0"/>
              </a:spcBef>
              <a:spcAft>
                <a:spcPts val="0"/>
              </a:spcAft>
              <a:buNone/>
            </a:pPr>
            <a:endParaRPr/>
          </a:p>
        </p:txBody>
      </p:sp>
      <p:sp>
        <p:nvSpPr>
          <p:cNvPr id="434" name="Google Shape;434;p6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23</a:t>
            </a:fld>
            <a:endParaRPr>
              <a:solidFill>
                <a:schemeClr val="lt1"/>
              </a:solidFill>
            </a:endParaRPr>
          </a:p>
        </p:txBody>
      </p:sp>
      <p:sp>
        <p:nvSpPr>
          <p:cNvPr id="435" name="Google Shape;435;p62"/>
          <p:cNvSpPr txBox="1"/>
          <p:nvPr/>
        </p:nvSpPr>
        <p:spPr>
          <a:xfrm>
            <a:off x="174424" y="579250"/>
            <a:ext cx="8382359" cy="4499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Exemple d'application :</a:t>
            </a:r>
            <a:r>
              <a:rPr lang="en" dirty="0">
                <a:solidFill>
                  <a:schemeClr val="dk2"/>
                </a:solidFill>
                <a:latin typeface="Montserrat"/>
                <a:ea typeface="Montserrat"/>
                <a:cs typeface="Montserrat"/>
                <a:sym typeface="Montserrat"/>
              </a:rPr>
              <a:t> </a:t>
            </a:r>
            <a:endParaRPr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Prédire les ventes en fonction du prix et du budget publicitaire . Si  </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on a :                                                        </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latin typeface="Montserrat"/>
                <a:ea typeface="Montserrat"/>
                <a:cs typeface="Montserrat"/>
                <a:sym typeface="Montserrat"/>
              </a:rPr>
              <a:t>la prédiction se fait par le produit matriciel </a:t>
            </a:r>
            <a:endParaRPr dirty="0">
              <a:solidFill>
                <a:schemeClr val="dk1"/>
              </a:solidFill>
              <a:latin typeface="Montserrat"/>
              <a:ea typeface="Montserrat"/>
              <a:cs typeface="Montserrat"/>
              <a:sym typeface="Montserrat"/>
            </a:endParaRPr>
          </a:p>
          <a:p>
            <a:pPr marL="457200" lvl="0" indent="-330200" algn="l" rtl="0">
              <a:lnSpc>
                <a:spcPct val="115000"/>
              </a:lnSpc>
              <a:spcBef>
                <a:spcPts val="1400"/>
              </a:spcBef>
              <a:spcAft>
                <a:spcPts val="0"/>
              </a:spcAft>
              <a:buClr>
                <a:schemeClr val="dk2"/>
              </a:buClr>
              <a:buSzPts val="1600"/>
              <a:buFont typeface="Montserrat"/>
              <a:buChar char="➢"/>
            </a:pPr>
            <a:r>
              <a:rPr lang="en" sz="1600" b="1" dirty="0">
                <a:solidFill>
                  <a:schemeClr val="dk2"/>
                </a:solidFill>
                <a:latin typeface="Montserrat"/>
                <a:ea typeface="Montserrat"/>
                <a:cs typeface="Montserrat"/>
                <a:sym typeface="Montserrat"/>
              </a:rPr>
              <a:t> Importance en Machine Learning</a:t>
            </a:r>
            <a:endParaRPr sz="1600"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latin typeface="Montserrat"/>
                <a:ea typeface="Montserrat"/>
                <a:cs typeface="Montserrat"/>
                <a:sym typeface="Montserrat"/>
              </a:rPr>
              <a:t>L'algèbre linéaire est un pilier fondamental en mathématiques appliquées, notamment en machine learning et en modélisation statistique. Elle est utilisée dans :</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La manipulation des données sous forme de matrices.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L’optimisation des modèles.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Les méthodes de réduction de dimension (PCA).</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latin typeface="Montserrat"/>
                <a:ea typeface="Montserrat"/>
                <a:cs typeface="Montserrat"/>
                <a:sym typeface="Montserrat"/>
              </a:rPr>
              <a:t>La maîtrise de ces concepts est essentielle pour comprendre et implémenter des modèles prédictifs complexes.</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pPr marL="0" lvl="0" indent="0" algn="l" rtl="0">
              <a:spcBef>
                <a:spcPts val="0"/>
              </a:spcBef>
              <a:spcAft>
                <a:spcPts val="0"/>
              </a:spcAft>
              <a:buNone/>
            </a:pPr>
            <a:endParaRPr dirty="0">
              <a:solidFill>
                <a:schemeClr val="dk2"/>
              </a:solidFill>
              <a:latin typeface="Montserrat"/>
              <a:ea typeface="Montserrat"/>
              <a:cs typeface="Montserrat"/>
              <a:sym typeface="Montserrat"/>
            </a:endParaRPr>
          </a:p>
        </p:txBody>
      </p:sp>
      <p:pic>
        <p:nvPicPr>
          <p:cNvPr id="436" name="Google Shape;436;p62" title="Screenshot 2025-03-25 at 09.54.53.png"/>
          <p:cNvPicPr preferRelativeResize="0"/>
          <p:nvPr/>
        </p:nvPicPr>
        <p:blipFill>
          <a:blip r:embed="rId3">
            <a:alphaModFix/>
          </a:blip>
          <a:stretch>
            <a:fillRect/>
          </a:stretch>
        </p:blipFill>
        <p:spPr>
          <a:xfrm>
            <a:off x="5888375" y="1099500"/>
            <a:ext cx="295275" cy="238125"/>
          </a:xfrm>
          <a:prstGeom prst="rect">
            <a:avLst/>
          </a:prstGeom>
          <a:noFill/>
          <a:ln>
            <a:noFill/>
          </a:ln>
        </p:spPr>
      </p:pic>
      <p:pic>
        <p:nvPicPr>
          <p:cNvPr id="437" name="Google Shape;437;p62" title="Screenshot 2025-03-25 at 09.05.30.png"/>
          <p:cNvPicPr preferRelativeResize="0"/>
          <p:nvPr/>
        </p:nvPicPr>
        <p:blipFill>
          <a:blip r:embed="rId4">
            <a:alphaModFix/>
          </a:blip>
          <a:stretch>
            <a:fillRect/>
          </a:stretch>
        </p:blipFill>
        <p:spPr>
          <a:xfrm>
            <a:off x="1057700" y="1270300"/>
            <a:ext cx="2203450" cy="536650"/>
          </a:xfrm>
          <a:prstGeom prst="rect">
            <a:avLst/>
          </a:prstGeom>
          <a:noFill/>
          <a:ln>
            <a:noFill/>
          </a:ln>
        </p:spPr>
      </p:pic>
      <p:pic>
        <p:nvPicPr>
          <p:cNvPr id="438" name="Google Shape;438;p62" title="Screenshot 2025-03-25 at 10.04.52.png"/>
          <p:cNvPicPr preferRelativeResize="0"/>
          <p:nvPr/>
        </p:nvPicPr>
        <p:blipFill>
          <a:blip r:embed="rId5">
            <a:alphaModFix/>
          </a:blip>
          <a:stretch>
            <a:fillRect/>
          </a:stretch>
        </p:blipFill>
        <p:spPr>
          <a:xfrm>
            <a:off x="4180500" y="1876525"/>
            <a:ext cx="971550" cy="257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63"/>
          <p:cNvSpPr txBox="1">
            <a:spLocks noGrp="1"/>
          </p:cNvSpPr>
          <p:nvPr>
            <p:ph type="title"/>
          </p:nvPr>
        </p:nvSpPr>
        <p:spPr>
          <a:xfrm>
            <a:off x="717900" y="64450"/>
            <a:ext cx="77082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F. Contexte et cas d'utilisation</a:t>
            </a:r>
            <a:endParaRPr/>
          </a:p>
        </p:txBody>
      </p:sp>
      <p:sp>
        <p:nvSpPr>
          <p:cNvPr id="444" name="Google Shape;444;p6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24</a:t>
            </a:fld>
            <a:endParaRPr>
              <a:solidFill>
                <a:schemeClr val="lt1"/>
              </a:solidFill>
            </a:endParaRPr>
          </a:p>
        </p:txBody>
      </p:sp>
      <p:sp>
        <p:nvSpPr>
          <p:cNvPr id="445" name="Google Shape;445;p63"/>
          <p:cNvSpPr txBox="1"/>
          <p:nvPr/>
        </p:nvSpPr>
        <p:spPr>
          <a:xfrm>
            <a:off x="174425" y="579249"/>
            <a:ext cx="8197800" cy="4170601"/>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Industrie : Prédiction des ventes</a:t>
            </a:r>
            <a:endParaRPr b="1" dirty="0">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L'analyse statistique joue un rôle crucial dans la prévision des ventes. En tenant compte de facteurs tels que la saisonnalité (variations des ventes en fonction des saisons), les campagnes publicitaires, les tendances du marché et les données historiques, les entreprises peuvent anticiper la demande future.</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Cela permet d'optimiser la gestion des stocks, de planifier la production et de prendre des décisions stratégiques en matière de marketing.</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Exemples :</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Prévoir les ventes de vêtements d'hiver en fonction des températures et des tendances de la mode.</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Estimer l'impact d'une campagne publicitaire sur les ventes d'un produit.</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Santé : Identification des facteurs de risque</a:t>
            </a:r>
            <a:endParaRPr b="1" dirty="0">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Dans le domaine de la santé, l'analyse statistique est utilisée pour identifier les facteurs de risque associés à diverses maladies.</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1200"/>
              </a:spcAft>
              <a:buNone/>
            </a:pPr>
            <a:endParaRPr b="1" dirty="0">
              <a:solidFill>
                <a:schemeClr val="dk2"/>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4"/>
          <p:cNvSpPr txBox="1">
            <a:spLocks noGrp="1"/>
          </p:cNvSpPr>
          <p:nvPr>
            <p:ph type="title"/>
          </p:nvPr>
        </p:nvSpPr>
        <p:spPr>
          <a:xfrm>
            <a:off x="717900" y="64450"/>
            <a:ext cx="77082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F. Contexte et cas d'utilisation</a:t>
            </a:r>
            <a:endParaRPr/>
          </a:p>
        </p:txBody>
      </p:sp>
      <p:sp>
        <p:nvSpPr>
          <p:cNvPr id="451" name="Google Shape;451;p6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25</a:t>
            </a:fld>
            <a:endParaRPr>
              <a:solidFill>
                <a:schemeClr val="lt1"/>
              </a:solidFill>
            </a:endParaRPr>
          </a:p>
        </p:txBody>
      </p:sp>
      <p:sp>
        <p:nvSpPr>
          <p:cNvPr id="452" name="Google Shape;452;p64"/>
          <p:cNvSpPr txBox="1"/>
          <p:nvPr/>
        </p:nvSpPr>
        <p:spPr>
          <a:xfrm>
            <a:off x="174425" y="579250"/>
            <a:ext cx="8197800" cy="3814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En analysant les données médicales, les chercheurs peuvent déterminer les facteurs qui augmentent la probabilité de développer une maladie, tels que le tabagisme, l'obésité ou les antécédents familiaux.</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Cela permet de mettre en place des stratégies de prévention et d'améliorer le diagnostic et le traitement des maladies.</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a:solidFill>
                  <a:schemeClr val="accent1"/>
                </a:solidFill>
                <a:latin typeface="Montserrat"/>
                <a:ea typeface="Montserrat"/>
                <a:cs typeface="Montserrat"/>
                <a:sym typeface="Montserrat"/>
              </a:rPr>
              <a:t>Exemples</a:t>
            </a:r>
            <a:r>
              <a:rPr lang="en">
                <a:solidFill>
                  <a:schemeClr val="dk1"/>
                </a:solidFill>
                <a:latin typeface="Montserrat"/>
                <a:ea typeface="Montserrat"/>
                <a:cs typeface="Montserrat"/>
                <a:sym typeface="Montserrat"/>
              </a:rPr>
              <a:t> :</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Étudier la relation entre le tabagisme et le cancer du poumon.</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Identifier les facteurs de risque associés aux maladies cardiovasculaires.</a:t>
            </a:r>
            <a:endParaRPr>
              <a:solidFill>
                <a:schemeClr val="dk1"/>
              </a:solidFill>
              <a:latin typeface="Montserrat"/>
              <a:ea typeface="Montserrat"/>
              <a:cs typeface="Montserrat"/>
              <a:sym typeface="Montserrat"/>
            </a:endParaRPr>
          </a:p>
          <a:p>
            <a:pPr marL="914400" lvl="0" indent="0" algn="l" rtl="0">
              <a:lnSpc>
                <a:spcPct val="115000"/>
              </a:lnSpc>
              <a:spcBef>
                <a:spcPts val="1200"/>
              </a:spcBef>
              <a:spcAft>
                <a:spcPts val="0"/>
              </a:spcAft>
              <a:buNone/>
            </a:pPr>
            <a:endParaRPr>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Font typeface="Montserrat"/>
              <a:buChar char="➢"/>
            </a:pPr>
            <a:r>
              <a:rPr lang="en" b="1">
                <a:solidFill>
                  <a:schemeClr val="dk2"/>
                </a:solidFill>
                <a:latin typeface="Montserrat"/>
                <a:ea typeface="Montserrat"/>
                <a:cs typeface="Montserrat"/>
                <a:sym typeface="Montserrat"/>
              </a:rPr>
              <a:t>Finance : Détection des fraudes</a:t>
            </a:r>
            <a:endParaRPr b="1">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L'analyse statistique est essentielle pour détecter les fraudes financières. En analysant les transactions et les comportements des clients, les institutions financières peuvent identifier les activités suspectes et les anomalies.</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Les modèles statistiques peuvent détecter les schémas inhabituels qui indiquent une fraude potentielle, tels que des transactions importantes ou des changements soudains dans les habitudes de dépenses.</a:t>
            </a:r>
            <a:endParaRPr>
              <a:solidFill>
                <a:schemeClr val="dk1"/>
              </a:solidFill>
              <a:latin typeface="Montserrat"/>
              <a:ea typeface="Montserrat"/>
              <a:cs typeface="Montserrat"/>
              <a:sym typeface="Montserrat"/>
            </a:endParaRPr>
          </a:p>
          <a:p>
            <a:pPr marL="0" lvl="0" indent="0" algn="l" rtl="0">
              <a:lnSpc>
                <a:spcPct val="115000"/>
              </a:lnSpc>
              <a:spcBef>
                <a:spcPts val="1200"/>
              </a:spcBef>
              <a:spcAft>
                <a:spcPts val="1200"/>
              </a:spcAft>
              <a:buNone/>
            </a:pPr>
            <a:endParaRPr b="1">
              <a:solidFill>
                <a:schemeClr val="dk2"/>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65"/>
          <p:cNvSpPr txBox="1">
            <a:spLocks noGrp="1"/>
          </p:cNvSpPr>
          <p:nvPr>
            <p:ph type="title"/>
          </p:nvPr>
        </p:nvSpPr>
        <p:spPr>
          <a:xfrm>
            <a:off x="717900" y="64450"/>
            <a:ext cx="77082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F. Contexte et cas d'utilisation</a:t>
            </a:r>
            <a:endParaRPr/>
          </a:p>
        </p:txBody>
      </p:sp>
      <p:sp>
        <p:nvSpPr>
          <p:cNvPr id="458" name="Google Shape;458;p6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26</a:t>
            </a:fld>
            <a:endParaRPr>
              <a:solidFill>
                <a:schemeClr val="lt1"/>
              </a:solidFill>
            </a:endParaRPr>
          </a:p>
        </p:txBody>
      </p:sp>
      <p:sp>
        <p:nvSpPr>
          <p:cNvPr id="459" name="Google Shape;459;p65"/>
          <p:cNvSpPr txBox="1"/>
          <p:nvPr/>
        </p:nvSpPr>
        <p:spPr>
          <a:xfrm>
            <a:off x="228300" y="727375"/>
            <a:ext cx="8197800" cy="3814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Cela permet de prévenir les pertes financières et de protéger les clients contre la fraude.</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accent1"/>
              </a:buClr>
              <a:buSzPts val="1400"/>
              <a:buFont typeface="Montserrat"/>
              <a:buChar char="●"/>
            </a:pPr>
            <a:r>
              <a:rPr lang="en">
                <a:solidFill>
                  <a:schemeClr val="accent1"/>
                </a:solidFill>
                <a:latin typeface="Montserrat"/>
                <a:ea typeface="Montserrat"/>
                <a:cs typeface="Montserrat"/>
                <a:sym typeface="Montserrat"/>
              </a:rPr>
              <a:t>Exemples :</a:t>
            </a:r>
            <a:endParaRPr>
              <a:solidFill>
                <a:schemeClr val="accent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Détecter les transactions frauduleuses par carte de crédit.</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Identifier les schémas de blanchiment d'argent.</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a:solidFill>
                  <a:schemeClr val="dk2"/>
                </a:solidFill>
                <a:latin typeface="Montserrat"/>
                <a:ea typeface="Montserrat"/>
                <a:cs typeface="Montserrat"/>
                <a:sym typeface="Montserrat"/>
              </a:rPr>
              <a:t>Autres domaines :</a:t>
            </a:r>
            <a:endParaRPr b="1">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L'analyse statistique est également utilisée dans de nombreux autres domaines, tels que :</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a:solidFill>
                  <a:schemeClr val="dk1"/>
                </a:solidFill>
                <a:latin typeface="Montserrat"/>
                <a:ea typeface="Montserrat"/>
                <a:cs typeface="Montserrat"/>
                <a:sym typeface="Montserrat"/>
              </a:rPr>
              <a:t>Marketing :</a:t>
            </a:r>
            <a:r>
              <a:rPr lang="en">
                <a:solidFill>
                  <a:schemeClr val="dk1"/>
                </a:solidFill>
                <a:latin typeface="Montserrat"/>
                <a:ea typeface="Montserrat"/>
                <a:cs typeface="Montserrat"/>
                <a:sym typeface="Montserrat"/>
              </a:rPr>
              <a:t> segmentation de la clientèle, analyse des campagnes marketing.</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a:solidFill>
                  <a:schemeClr val="dk1"/>
                </a:solidFill>
                <a:latin typeface="Montserrat"/>
                <a:ea typeface="Montserrat"/>
                <a:cs typeface="Montserrat"/>
                <a:sym typeface="Montserrat"/>
              </a:rPr>
              <a:t>Sciences sociales :</a:t>
            </a:r>
            <a:r>
              <a:rPr lang="en">
                <a:solidFill>
                  <a:schemeClr val="dk1"/>
                </a:solidFill>
                <a:latin typeface="Montserrat"/>
                <a:ea typeface="Montserrat"/>
                <a:cs typeface="Montserrat"/>
                <a:sym typeface="Montserrat"/>
              </a:rPr>
              <a:t> études de population, enquêtes d'opinion.</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a:solidFill>
                  <a:schemeClr val="dk1"/>
                </a:solidFill>
                <a:latin typeface="Montserrat"/>
                <a:ea typeface="Montserrat"/>
                <a:cs typeface="Montserrat"/>
                <a:sym typeface="Montserrat"/>
              </a:rPr>
              <a:t>Environnement :</a:t>
            </a:r>
            <a:r>
              <a:rPr lang="en">
                <a:solidFill>
                  <a:schemeClr val="dk1"/>
                </a:solidFill>
                <a:latin typeface="Montserrat"/>
                <a:ea typeface="Montserrat"/>
                <a:cs typeface="Montserrat"/>
                <a:sym typeface="Montserrat"/>
              </a:rPr>
              <a:t> modélisation des changements climatiques, analyse de la pollution.</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a:solidFill>
                  <a:schemeClr val="dk1"/>
                </a:solidFill>
                <a:latin typeface="Montserrat"/>
                <a:ea typeface="Montserrat"/>
                <a:cs typeface="Montserrat"/>
                <a:sym typeface="Montserrat"/>
              </a:rPr>
              <a:t>Assurance :</a:t>
            </a:r>
            <a:r>
              <a:rPr lang="en">
                <a:solidFill>
                  <a:schemeClr val="dk1"/>
                </a:solidFill>
                <a:latin typeface="Montserrat"/>
                <a:ea typeface="Montserrat"/>
                <a:cs typeface="Montserrat"/>
                <a:sym typeface="Montserrat"/>
              </a:rPr>
              <a:t> calcul des risques, tarification des polices.</a:t>
            </a:r>
            <a:endParaRPr>
              <a:solidFill>
                <a:schemeClr val="dk1"/>
              </a:solidFill>
              <a:latin typeface="Montserrat"/>
              <a:ea typeface="Montserrat"/>
              <a:cs typeface="Montserrat"/>
              <a:sym typeface="Montserrat"/>
            </a:endParaRPr>
          </a:p>
          <a:p>
            <a:pPr marL="0" lvl="0" indent="0" algn="l" rtl="0">
              <a:lnSpc>
                <a:spcPct val="115000"/>
              </a:lnSpc>
              <a:spcBef>
                <a:spcPts val="1200"/>
              </a:spcBef>
              <a:spcAft>
                <a:spcPts val="1200"/>
              </a:spcAft>
              <a:buNone/>
            </a:pPr>
            <a:endParaRPr>
              <a:solidFill>
                <a:schemeClr val="dk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6"/>
          <p:cNvSpPr txBox="1">
            <a:spLocks noGrp="1"/>
          </p:cNvSpPr>
          <p:nvPr>
            <p:ph type="title"/>
          </p:nvPr>
        </p:nvSpPr>
        <p:spPr>
          <a:xfrm>
            <a:off x="2480200" y="1419600"/>
            <a:ext cx="6489900" cy="723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2300"/>
              <a:t>III- Statistique descriptive et inférentielle</a:t>
            </a:r>
            <a:endParaRPr sz="2300"/>
          </a:p>
          <a:p>
            <a:pPr marL="0" lvl="0" indent="0" algn="l" rtl="0">
              <a:lnSpc>
                <a:spcPct val="115000"/>
              </a:lnSpc>
              <a:spcBef>
                <a:spcPts val="0"/>
              </a:spcBef>
              <a:spcAft>
                <a:spcPts val="0"/>
              </a:spcAft>
              <a:buClr>
                <a:schemeClr val="dk1"/>
              </a:buClr>
              <a:buSzPts val="1100"/>
              <a:buFont typeface="Arial"/>
              <a:buNone/>
            </a:pPr>
            <a:endParaRPr/>
          </a:p>
          <a:p>
            <a:pPr marL="0" lvl="0" indent="0" algn="r" rtl="0">
              <a:spcBef>
                <a:spcPts val="0"/>
              </a:spcBef>
              <a:spcAft>
                <a:spcPts val="0"/>
              </a:spcAft>
              <a:buNone/>
            </a:pPr>
            <a:endParaRPr/>
          </a:p>
        </p:txBody>
      </p:sp>
      <p:sp>
        <p:nvSpPr>
          <p:cNvPr id="465" name="Google Shape;465;p66"/>
          <p:cNvSpPr txBox="1">
            <a:spLocks noGrp="1"/>
          </p:cNvSpPr>
          <p:nvPr>
            <p:ph type="subTitle" idx="1"/>
          </p:nvPr>
        </p:nvSpPr>
        <p:spPr>
          <a:xfrm>
            <a:off x="2769075" y="2142599"/>
            <a:ext cx="6083980" cy="2415545"/>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Font typeface="Montserrat"/>
              <a:buAutoNum type="alphaUcPeriod"/>
            </a:pPr>
            <a:r>
              <a:rPr lang="en" sz="1700" dirty="0"/>
              <a:t>Définition</a:t>
            </a:r>
            <a:endParaRPr sz="1700" dirty="0"/>
          </a:p>
          <a:p>
            <a:pPr marL="457200" lvl="0" indent="-336550" algn="l" rtl="0">
              <a:spcBef>
                <a:spcPts val="0"/>
              </a:spcBef>
              <a:spcAft>
                <a:spcPts val="0"/>
              </a:spcAft>
              <a:buSzPts val="1700"/>
              <a:buFont typeface="Montserrat"/>
              <a:buAutoNum type="alphaUcPeriod"/>
            </a:pPr>
            <a:r>
              <a:rPr lang="en" sz="1700" dirty="0"/>
              <a:t>Caractéristiques des deux approches</a:t>
            </a:r>
            <a:endParaRPr sz="1700" dirty="0"/>
          </a:p>
          <a:p>
            <a:pPr marL="457200" lvl="0" indent="-336550" algn="l" rtl="0">
              <a:spcBef>
                <a:spcPts val="0"/>
              </a:spcBef>
              <a:spcAft>
                <a:spcPts val="0"/>
              </a:spcAft>
              <a:buSzPts val="1700"/>
              <a:buFont typeface="Montserrat"/>
              <a:buAutoNum type="alphaUcPeriod"/>
            </a:pPr>
            <a:r>
              <a:rPr lang="en" sz="1700" dirty="0"/>
              <a:t>Notion de base : distribution, lois usuelles, probabilités, convergences, estimation</a:t>
            </a:r>
            <a:endParaRPr sz="1700" dirty="0"/>
          </a:p>
          <a:p>
            <a:pPr marL="457200" lvl="0" indent="-336550" algn="l" rtl="0">
              <a:spcBef>
                <a:spcPts val="0"/>
              </a:spcBef>
              <a:spcAft>
                <a:spcPts val="0"/>
              </a:spcAft>
              <a:buSzPts val="1700"/>
              <a:buFont typeface="Montserrat"/>
              <a:buAutoNum type="alphaUcPeriod"/>
            </a:pPr>
            <a:r>
              <a:rPr lang="en" sz="1700" dirty="0"/>
              <a:t>Notion de Tests d’hypothèse</a:t>
            </a:r>
            <a:endParaRPr sz="1700" dirty="0"/>
          </a:p>
          <a:p>
            <a:pPr marL="457200" lvl="0" indent="-336550" algn="l" rtl="0">
              <a:spcBef>
                <a:spcPts val="0"/>
              </a:spcBef>
              <a:spcAft>
                <a:spcPts val="0"/>
              </a:spcAft>
              <a:buSzPts val="1700"/>
              <a:buFont typeface="Montserrat"/>
              <a:buAutoNum type="alphaUcPeriod"/>
            </a:pPr>
            <a:r>
              <a:rPr lang="en" sz="1700" dirty="0"/>
              <a:t>Différence entre les deux approches</a:t>
            </a:r>
            <a:endParaRPr sz="1700" dirty="0"/>
          </a:p>
          <a:p>
            <a:pPr marL="457200" lvl="0" indent="0" algn="l" rtl="0">
              <a:lnSpc>
                <a:spcPct val="115000"/>
              </a:lnSpc>
              <a:spcBef>
                <a:spcPts val="0"/>
              </a:spcBef>
              <a:spcAft>
                <a:spcPts val="0"/>
              </a:spcAft>
              <a:buNone/>
            </a:pPr>
            <a:endParaRPr sz="1800" dirty="0"/>
          </a:p>
        </p:txBody>
      </p:sp>
      <p:sp>
        <p:nvSpPr>
          <p:cNvPr id="466" name="Google Shape;466;p6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67"/>
          <p:cNvSpPr txBox="1">
            <a:spLocks noGrp="1"/>
          </p:cNvSpPr>
          <p:nvPr>
            <p:ph type="title"/>
          </p:nvPr>
        </p:nvSpPr>
        <p:spPr>
          <a:xfrm>
            <a:off x="717800" y="383175"/>
            <a:ext cx="7708200" cy="936300"/>
          </a:xfrm>
          <a:prstGeom prst="rect">
            <a:avLst/>
          </a:prstGeom>
        </p:spPr>
        <p:txBody>
          <a:bodyPr spcFirstLastPara="1" wrap="square" lIns="91425" tIns="91425" rIns="91425" bIns="91425" anchor="t" anchorCtr="0">
            <a:noAutofit/>
          </a:bodyPr>
          <a:lstStyle/>
          <a:p>
            <a:pPr marL="457200" lvl="0" indent="-406400" algn="ctr" rtl="0">
              <a:spcBef>
                <a:spcPts val="0"/>
              </a:spcBef>
              <a:spcAft>
                <a:spcPts val="0"/>
              </a:spcAft>
              <a:buSzPts val="2800"/>
              <a:buAutoNum type="alphaUcPeriod"/>
            </a:pPr>
            <a:r>
              <a:rPr lang="en"/>
              <a:t>Définition</a:t>
            </a:r>
            <a:endParaRPr/>
          </a:p>
        </p:txBody>
      </p:sp>
      <p:sp>
        <p:nvSpPr>
          <p:cNvPr id="472" name="Google Shape;472;p67"/>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473" name="Google Shape;473;p6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28</a:t>
            </a:fld>
            <a:endParaRPr>
              <a:solidFill>
                <a:schemeClr val="lt1"/>
              </a:solidFill>
            </a:endParaRPr>
          </a:p>
        </p:txBody>
      </p:sp>
      <p:sp>
        <p:nvSpPr>
          <p:cNvPr id="474" name="Google Shape;474;p67"/>
          <p:cNvSpPr txBox="1"/>
          <p:nvPr/>
        </p:nvSpPr>
        <p:spPr>
          <a:xfrm>
            <a:off x="541275" y="1319475"/>
            <a:ext cx="8015400" cy="32163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2"/>
              </a:buClr>
              <a:buSzPts val="1600"/>
              <a:buFont typeface="Montserrat"/>
              <a:buChar char="➢"/>
            </a:pPr>
            <a:r>
              <a:rPr lang="en" sz="1600" b="1">
                <a:solidFill>
                  <a:schemeClr val="dk2"/>
                </a:solidFill>
                <a:latin typeface="Montserrat"/>
                <a:ea typeface="Montserrat"/>
                <a:cs typeface="Montserrat"/>
                <a:sym typeface="Montserrat"/>
              </a:rPr>
              <a:t>Statistique descriptive :</a:t>
            </a:r>
            <a:r>
              <a:rPr lang="en" sz="1600">
                <a:solidFill>
                  <a:schemeClr val="dk2"/>
                </a:solidFill>
                <a:latin typeface="Montserrat"/>
                <a:ea typeface="Montserrat"/>
                <a:cs typeface="Montserrat"/>
                <a:sym typeface="Montserrat"/>
              </a:rPr>
              <a:t> </a:t>
            </a:r>
            <a:endParaRPr sz="1600">
              <a:solidFill>
                <a:schemeClr val="dk2"/>
              </a:solidFill>
              <a:latin typeface="Montserrat"/>
              <a:ea typeface="Montserrat"/>
              <a:cs typeface="Montserrat"/>
              <a:sym typeface="Montserrat"/>
            </a:endParaRPr>
          </a:p>
          <a:p>
            <a:pPr marL="457200" lvl="0" indent="0" algn="l" rtl="0">
              <a:lnSpc>
                <a:spcPct val="115000"/>
              </a:lnSpc>
              <a:spcBef>
                <a:spcPts val="0"/>
              </a:spcBef>
              <a:spcAft>
                <a:spcPts val="0"/>
              </a:spcAft>
              <a:buNone/>
            </a:pPr>
            <a:r>
              <a:rPr lang="en" sz="1600">
                <a:solidFill>
                  <a:schemeClr val="dk1"/>
                </a:solidFill>
                <a:latin typeface="Montserrat"/>
                <a:ea typeface="Montserrat"/>
                <a:cs typeface="Montserrat"/>
                <a:sym typeface="Montserrat"/>
              </a:rPr>
              <a:t>Elle consiste à organiser, résumer et représenter les données de manière claire et concise à l’aide de tableaux, graphiques et mesures numériques. Par exemple, la moyenne des ventes mensuelles d’un produit permet d’avoir une vue d’ensemble des performances de ce produit.</a:t>
            </a:r>
            <a:endParaRPr sz="16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600">
              <a:solidFill>
                <a:schemeClr val="dk1"/>
              </a:solidFill>
              <a:latin typeface="Montserrat"/>
              <a:ea typeface="Montserrat"/>
              <a:cs typeface="Montserrat"/>
              <a:sym typeface="Montserrat"/>
            </a:endParaRPr>
          </a:p>
          <a:p>
            <a:pPr marL="457200" lvl="0" indent="-330200" algn="l" rtl="0">
              <a:lnSpc>
                <a:spcPct val="115000"/>
              </a:lnSpc>
              <a:spcBef>
                <a:spcPts val="0"/>
              </a:spcBef>
              <a:spcAft>
                <a:spcPts val="0"/>
              </a:spcAft>
              <a:buClr>
                <a:schemeClr val="dk2"/>
              </a:buClr>
              <a:buSzPts val="1600"/>
              <a:buFont typeface="Montserrat"/>
              <a:buChar char="➢"/>
            </a:pPr>
            <a:r>
              <a:rPr lang="en" sz="1600" b="1">
                <a:solidFill>
                  <a:schemeClr val="dk2"/>
                </a:solidFill>
                <a:latin typeface="Montserrat"/>
                <a:ea typeface="Montserrat"/>
                <a:cs typeface="Montserrat"/>
                <a:sym typeface="Montserrat"/>
              </a:rPr>
              <a:t>Statistique inférentielle :</a:t>
            </a:r>
            <a:r>
              <a:rPr lang="en" sz="1600">
                <a:solidFill>
                  <a:schemeClr val="dk2"/>
                </a:solidFill>
                <a:latin typeface="Montserrat"/>
                <a:ea typeface="Montserrat"/>
                <a:cs typeface="Montserrat"/>
                <a:sym typeface="Montserrat"/>
              </a:rPr>
              <a:t> </a:t>
            </a:r>
            <a:endParaRPr sz="1600">
              <a:solidFill>
                <a:schemeClr val="dk2"/>
              </a:solidFill>
              <a:latin typeface="Montserrat"/>
              <a:ea typeface="Montserrat"/>
              <a:cs typeface="Montserrat"/>
              <a:sym typeface="Montserrat"/>
            </a:endParaRPr>
          </a:p>
          <a:p>
            <a:pPr marL="457200" lvl="0" indent="0" algn="l" rtl="0">
              <a:lnSpc>
                <a:spcPct val="115000"/>
              </a:lnSpc>
              <a:spcBef>
                <a:spcPts val="0"/>
              </a:spcBef>
              <a:spcAft>
                <a:spcPts val="0"/>
              </a:spcAft>
              <a:buNone/>
            </a:pPr>
            <a:r>
              <a:rPr lang="en" sz="1600">
                <a:solidFill>
                  <a:schemeClr val="dk1"/>
                </a:solidFill>
                <a:latin typeface="Montserrat"/>
                <a:ea typeface="Montserrat"/>
                <a:cs typeface="Montserrat"/>
                <a:sym typeface="Montserrat"/>
              </a:rPr>
              <a:t>Elle utilise les données d’un échantillon pour faire des généralisations ou des prédictions concernant une population entière. Par exemple, en analysant les réponses d’un groupe de clients, il est possible d’estimer les préférences de toute la clientèle.</a:t>
            </a:r>
            <a:endParaRPr sz="1600">
              <a:solidFill>
                <a:schemeClr val="dk1"/>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8"/>
          <p:cNvSpPr txBox="1">
            <a:spLocks noGrp="1"/>
          </p:cNvSpPr>
          <p:nvPr>
            <p:ph type="title"/>
          </p:nvPr>
        </p:nvSpPr>
        <p:spPr>
          <a:xfrm>
            <a:off x="717900" y="318400"/>
            <a:ext cx="77082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B. Caractéristiques des deux approches</a:t>
            </a:r>
            <a:endParaRPr sz="2000"/>
          </a:p>
        </p:txBody>
      </p:sp>
      <p:sp>
        <p:nvSpPr>
          <p:cNvPr id="480" name="Google Shape;480;p68"/>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481" name="Google Shape;481;p6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29</a:t>
            </a:fld>
            <a:endParaRPr>
              <a:solidFill>
                <a:schemeClr val="lt1"/>
              </a:solidFill>
            </a:endParaRPr>
          </a:p>
        </p:txBody>
      </p:sp>
      <p:sp>
        <p:nvSpPr>
          <p:cNvPr id="482" name="Google Shape;482;p68"/>
          <p:cNvSpPr txBox="1"/>
          <p:nvPr/>
        </p:nvSpPr>
        <p:spPr>
          <a:xfrm>
            <a:off x="74700" y="963600"/>
            <a:ext cx="8994600" cy="3629182"/>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Statistique descriptive :</a:t>
            </a:r>
            <a:endParaRPr b="1" dirty="0">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Se concentre sur les données disponibles. </a:t>
            </a:r>
            <a:r>
              <a:rPr lang="fr-FR" dirty="0">
                <a:solidFill>
                  <a:schemeClr val="dk1"/>
                </a:solidFill>
                <a:latin typeface="Montserrat"/>
                <a:ea typeface="Montserrat"/>
                <a:cs typeface="Montserrat"/>
                <a:sym typeface="Montserrat"/>
              </a:rPr>
              <a:t> </a:t>
            </a:r>
          </a:p>
          <a:p>
            <a:pPr marL="457200" lvl="0" indent="-317500" algn="l" rtl="0">
              <a:lnSpc>
                <a:spcPct val="115000"/>
              </a:lnSpc>
              <a:spcBef>
                <a:spcPts val="0"/>
              </a:spcBef>
              <a:spcAft>
                <a:spcPts val="0"/>
              </a:spcAft>
              <a:buClr>
                <a:schemeClr val="dk1"/>
              </a:buClr>
              <a:buSzPts val="1400"/>
              <a:buFont typeface="Montserrat"/>
              <a:buChar char="●"/>
            </a:pPr>
            <a:r>
              <a:rPr lang="fr-FR" dirty="0">
                <a:solidFill>
                  <a:schemeClr val="dk1"/>
                </a:solidFill>
                <a:latin typeface="Montserrat"/>
                <a:ea typeface="Montserrat"/>
                <a:cs typeface="Montserrat"/>
                <a:sym typeface="Montserrat"/>
              </a:rPr>
              <a:t>Utilise des outils tels que graphiques, moyennes, médianes et écarts-types.</a:t>
            </a: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Ne fait pas de prédictions mais fournit une image précise de la situation actuelle.</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Statistique inférentielle :</a:t>
            </a:r>
            <a:endParaRPr b="1" dirty="0">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S'appuie sur des échantillons pour estimer les caractéristiques d’une population.</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Utilise des outils comme les tests d’hypothèses, les intervalles de confiance et les estimations de paramètres.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Permet de faire des prédictions et des généralisations.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Exemple Pratique</a:t>
            </a:r>
            <a:endParaRPr b="1" dirty="0">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Statistique descriptive :</a:t>
            </a:r>
            <a:r>
              <a:rPr lang="en" dirty="0">
                <a:solidFill>
                  <a:schemeClr val="dk1"/>
                </a:solidFill>
                <a:latin typeface="Montserrat"/>
                <a:ea typeface="Montserrat"/>
                <a:cs typeface="Montserrat"/>
                <a:sym typeface="Montserrat"/>
              </a:rPr>
              <a:t> Analyser le chiffre d'affaires moyen des derniers mois pour évaluer les performances actuelles.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Statistique inférentielle :</a:t>
            </a:r>
            <a:r>
              <a:rPr lang="en" dirty="0">
                <a:solidFill>
                  <a:schemeClr val="dk1"/>
                </a:solidFill>
                <a:latin typeface="Montserrat"/>
                <a:ea typeface="Montserrat"/>
                <a:cs typeface="Montserrat"/>
                <a:sym typeface="Montserrat"/>
              </a:rPr>
              <a:t> Utiliser les tendances des ventes passées pour prédire les revenus futurs.</a:t>
            </a:r>
            <a:endParaRPr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b="1" dirty="0">
              <a:solidFill>
                <a:schemeClr val="dk2"/>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69"/>
          <p:cNvSpPr txBox="1">
            <a:spLocks noGrp="1"/>
          </p:cNvSpPr>
          <p:nvPr>
            <p:ph type="title"/>
          </p:nvPr>
        </p:nvSpPr>
        <p:spPr>
          <a:xfrm>
            <a:off x="355250"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C. Notion de base : distribution, lois usuelles, probabilités, convergences, estimation</a:t>
            </a:r>
            <a:endParaRPr sz="2000"/>
          </a:p>
          <a:p>
            <a:pPr marL="0" lvl="0" indent="0" algn="l" rtl="0">
              <a:lnSpc>
                <a:spcPct val="115000"/>
              </a:lnSpc>
              <a:spcBef>
                <a:spcPts val="0"/>
              </a:spcBef>
              <a:spcAft>
                <a:spcPts val="0"/>
              </a:spcAft>
              <a:buClr>
                <a:schemeClr val="dk1"/>
              </a:buClr>
              <a:buSzPts val="1100"/>
              <a:buFont typeface="Arial"/>
              <a:buNone/>
            </a:pPr>
            <a:endParaRPr sz="2000"/>
          </a:p>
          <a:p>
            <a:pPr marL="457200" lvl="0" indent="0" algn="l" rtl="0">
              <a:spcBef>
                <a:spcPts val="0"/>
              </a:spcBef>
              <a:spcAft>
                <a:spcPts val="0"/>
              </a:spcAft>
              <a:buNone/>
            </a:pPr>
            <a:endParaRPr sz="2000"/>
          </a:p>
        </p:txBody>
      </p:sp>
      <p:sp>
        <p:nvSpPr>
          <p:cNvPr id="488" name="Google Shape;488;p69"/>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489" name="Google Shape;489;p6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30</a:t>
            </a:fld>
            <a:endParaRPr>
              <a:solidFill>
                <a:schemeClr val="lt1"/>
              </a:solidFill>
            </a:endParaRPr>
          </a:p>
        </p:txBody>
      </p:sp>
      <p:sp>
        <p:nvSpPr>
          <p:cNvPr id="490" name="Google Shape;490;p69"/>
          <p:cNvSpPr txBox="1"/>
          <p:nvPr/>
        </p:nvSpPr>
        <p:spPr>
          <a:xfrm>
            <a:off x="74699" y="963599"/>
            <a:ext cx="8944609" cy="3786251"/>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Distribution</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La distribution représente la manière dont les valeurs d’une variable sont réparties. Elle permet de visualiser les données et de comprendre si elles sont concentrées, uniformément réparties ou suivent une certaine forme.  </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2"/>
                </a:solidFill>
                <a:latin typeface="Montserrat"/>
                <a:ea typeface="Montserrat"/>
                <a:cs typeface="Montserrat"/>
                <a:sym typeface="Montserrat"/>
              </a:rPr>
              <a:t>Exemple :</a:t>
            </a:r>
            <a:r>
              <a:rPr lang="en" dirty="0">
                <a:solidFill>
                  <a:schemeClr val="dk1"/>
                </a:solidFill>
                <a:latin typeface="Montserrat"/>
                <a:ea typeface="Montserrat"/>
                <a:cs typeface="Montserrat"/>
                <a:sym typeface="Montserrat"/>
              </a:rPr>
              <a:t> La distribution des prix des voitures peut révéler des catégories de prix privilégiées.</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Lois Usuelles</a:t>
            </a:r>
            <a:endParaRPr b="1" dirty="0">
              <a:solidFill>
                <a:schemeClr val="dk2"/>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Loi Normale :</a:t>
            </a:r>
            <a:endParaRPr b="1" dirty="0">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Représente une distribution en forme de cloche.</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Modélise des phénomènes naturels, comme la taille ou les erreurs de mesure.</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Caractérisée par sa moyenne (μ) et son écart-type (σ).</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Loi Binomiale :</a:t>
            </a:r>
            <a:endParaRPr b="1" dirty="0">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S’applique à des expériences à deux résultats possibles (succès ou échec).</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Exemple : Probabilité d’obtenir 3 faces en lançant une pièce 5 fois.</a:t>
            </a:r>
            <a:endParaRPr dirty="0">
              <a:solidFill>
                <a:schemeClr val="dk1"/>
              </a:solidFill>
              <a:latin typeface="Montserrat"/>
              <a:ea typeface="Montserrat"/>
              <a:cs typeface="Montserrat"/>
              <a:sym typeface="Montserrat"/>
            </a:endParaRPr>
          </a:p>
          <a:p>
            <a:pPr marL="0" lvl="0" indent="0" algn="l" rtl="0">
              <a:spcBef>
                <a:spcPts val="1200"/>
              </a:spcBef>
              <a:spcAft>
                <a:spcPts val="0"/>
              </a:spcAft>
              <a:buNone/>
            </a:pPr>
            <a:endParaRPr b="1" dirty="0">
              <a:solidFill>
                <a:schemeClr val="dk2"/>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0"/>
          <p:cNvSpPr txBox="1">
            <a:spLocks noGrp="1"/>
          </p:cNvSpPr>
          <p:nvPr>
            <p:ph type="title"/>
          </p:nvPr>
        </p:nvSpPr>
        <p:spPr>
          <a:xfrm>
            <a:off x="355250"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C. Notion de base : distribution, lois usuelles, probabilités, convergences, estimation</a:t>
            </a:r>
            <a:endParaRPr sz="2000"/>
          </a:p>
          <a:p>
            <a:pPr marL="0" lvl="0" indent="0" algn="l" rtl="0">
              <a:lnSpc>
                <a:spcPct val="115000"/>
              </a:lnSpc>
              <a:spcBef>
                <a:spcPts val="0"/>
              </a:spcBef>
              <a:spcAft>
                <a:spcPts val="0"/>
              </a:spcAft>
              <a:buNone/>
            </a:pPr>
            <a:endParaRPr sz="2000"/>
          </a:p>
          <a:p>
            <a:pPr marL="457200" lvl="0" indent="0" algn="l" rtl="0">
              <a:spcBef>
                <a:spcPts val="0"/>
              </a:spcBef>
              <a:spcAft>
                <a:spcPts val="0"/>
              </a:spcAft>
              <a:buNone/>
            </a:pPr>
            <a:endParaRPr sz="2000"/>
          </a:p>
        </p:txBody>
      </p:sp>
      <p:sp>
        <p:nvSpPr>
          <p:cNvPr id="496" name="Google Shape;496;p70"/>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497" name="Google Shape;497;p7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31</a:t>
            </a:fld>
            <a:endParaRPr>
              <a:solidFill>
                <a:schemeClr val="lt1"/>
              </a:solidFill>
            </a:endParaRPr>
          </a:p>
        </p:txBody>
      </p:sp>
      <p:sp>
        <p:nvSpPr>
          <p:cNvPr id="498" name="Google Shape;498;p70"/>
          <p:cNvSpPr txBox="1"/>
          <p:nvPr/>
        </p:nvSpPr>
        <p:spPr>
          <a:xfrm>
            <a:off x="61750" y="872949"/>
            <a:ext cx="8655000" cy="3934577"/>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Clr>
                <a:schemeClr val="dk2"/>
              </a:buClr>
              <a:buSzPts val="1400"/>
              <a:buChar char="➢"/>
            </a:pPr>
            <a:r>
              <a:rPr lang="en" b="1" dirty="0">
                <a:solidFill>
                  <a:schemeClr val="dk2"/>
                </a:solidFill>
              </a:rPr>
              <a:t>Loi de Poisson :</a:t>
            </a:r>
            <a:endParaRPr b="1" dirty="0">
              <a:solidFill>
                <a:schemeClr val="dk2"/>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Modélise le nombre d’événements qui surviennent dans un intervalle donné (temps, espace).</a:t>
            </a:r>
            <a:endParaRPr dirty="0">
              <a:solidFill>
                <a:schemeClr val="dk1"/>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Exemple : Nombre d’appels reçus par un centre d’assistance en une heure.</a:t>
            </a:r>
            <a:endParaRPr dirty="0">
              <a:solidFill>
                <a:schemeClr val="dk1"/>
              </a:solidFill>
            </a:endParaRPr>
          </a:p>
          <a:p>
            <a:pPr marL="457200" lvl="0" indent="-317500" algn="l" rtl="0">
              <a:lnSpc>
                <a:spcPct val="150000"/>
              </a:lnSpc>
              <a:spcBef>
                <a:spcPts val="0"/>
              </a:spcBef>
              <a:spcAft>
                <a:spcPts val="0"/>
              </a:spcAft>
              <a:buClr>
                <a:schemeClr val="dk2"/>
              </a:buClr>
              <a:buSzPts val="1400"/>
              <a:buChar char="➢"/>
            </a:pPr>
            <a:r>
              <a:rPr lang="en" b="1" dirty="0">
                <a:solidFill>
                  <a:schemeClr val="dk2"/>
                </a:solidFill>
              </a:rPr>
              <a:t>Loi Exponentielle :</a:t>
            </a:r>
            <a:endParaRPr b="1" dirty="0">
              <a:solidFill>
                <a:schemeClr val="dk2"/>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Décrit le temps entre deux événements dans un processus de Poisson.</a:t>
            </a:r>
            <a:endParaRPr dirty="0">
              <a:solidFill>
                <a:schemeClr val="dk1"/>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Exemple : Temps avant le prochain client qui entre dans un magasin.</a:t>
            </a:r>
            <a:endParaRPr dirty="0">
              <a:solidFill>
                <a:schemeClr val="dk1"/>
              </a:solidFill>
            </a:endParaRPr>
          </a:p>
          <a:p>
            <a:pPr marL="457200" lvl="0" indent="-317500" algn="l" rtl="0">
              <a:lnSpc>
                <a:spcPct val="150000"/>
              </a:lnSpc>
              <a:spcBef>
                <a:spcPts val="0"/>
              </a:spcBef>
              <a:spcAft>
                <a:spcPts val="0"/>
              </a:spcAft>
              <a:buClr>
                <a:schemeClr val="dk2"/>
              </a:buClr>
              <a:buSzPts val="1400"/>
              <a:buChar char="➢"/>
            </a:pPr>
            <a:r>
              <a:rPr lang="en" b="1" dirty="0">
                <a:solidFill>
                  <a:schemeClr val="dk2"/>
                </a:solidFill>
              </a:rPr>
              <a:t>Loi Uniforme :</a:t>
            </a:r>
            <a:endParaRPr b="1" dirty="0">
              <a:solidFill>
                <a:schemeClr val="dk2"/>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Tous les résultats possibles ont la même probabilité.</a:t>
            </a:r>
            <a:endParaRPr dirty="0">
              <a:solidFill>
                <a:schemeClr val="dk1"/>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Exemple : Probabilité de tirer un chiffre entre 1 et 10 avec un générateur aléatoire.</a:t>
            </a:r>
            <a:endParaRPr dirty="0">
              <a:solidFill>
                <a:schemeClr val="dk1"/>
              </a:solidFill>
            </a:endParaRPr>
          </a:p>
          <a:p>
            <a:pPr marL="457200" lvl="0" indent="-317500" algn="l" rtl="0">
              <a:lnSpc>
                <a:spcPct val="150000"/>
              </a:lnSpc>
              <a:spcBef>
                <a:spcPts val="0"/>
              </a:spcBef>
              <a:spcAft>
                <a:spcPts val="0"/>
              </a:spcAft>
              <a:buClr>
                <a:schemeClr val="dk2"/>
              </a:buClr>
              <a:buSzPts val="1400"/>
              <a:buChar char="➢"/>
            </a:pPr>
            <a:r>
              <a:rPr lang="en" b="1" dirty="0">
                <a:solidFill>
                  <a:schemeClr val="dk2"/>
                </a:solidFill>
              </a:rPr>
              <a:t>Loi Géométrique :</a:t>
            </a:r>
            <a:endParaRPr b="1" dirty="0">
              <a:solidFill>
                <a:schemeClr val="dk2"/>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Modélise le nombre d’essais nécessaires avant le premier succès.</a:t>
            </a:r>
            <a:endParaRPr dirty="0">
              <a:solidFill>
                <a:schemeClr val="dk1"/>
              </a:solidFill>
            </a:endParaRPr>
          </a:p>
          <a:p>
            <a:pPr marL="914400" lvl="0" indent="-317500" algn="l" rtl="0">
              <a:lnSpc>
                <a:spcPct val="150000"/>
              </a:lnSpc>
              <a:spcBef>
                <a:spcPts val="0"/>
              </a:spcBef>
              <a:spcAft>
                <a:spcPts val="0"/>
              </a:spcAft>
              <a:buClr>
                <a:schemeClr val="dk1"/>
              </a:buClr>
              <a:buSzPts val="1400"/>
              <a:buChar char="●"/>
            </a:pPr>
            <a:r>
              <a:rPr lang="en" dirty="0">
                <a:solidFill>
                  <a:schemeClr val="dk1"/>
                </a:solidFill>
              </a:rPr>
              <a:t>Exemple : Nombre de lancers d’une pièce avant d’obtenir « face ».</a:t>
            </a:r>
            <a:endParaRPr dirty="0">
              <a:solidFill>
                <a:schemeClr val="dk1"/>
              </a:solidFill>
            </a:endParaRPr>
          </a:p>
          <a:p>
            <a:pPr marL="0" lvl="0" indent="0" algn="l" rtl="0">
              <a:lnSpc>
                <a:spcPct val="150000"/>
              </a:lnSpc>
              <a:spcBef>
                <a:spcPts val="1200"/>
              </a:spcBef>
              <a:spcAft>
                <a:spcPts val="0"/>
              </a:spcAft>
              <a:buNone/>
            </a:pPr>
            <a:endParaRPr b="1" dirty="0">
              <a:solidFill>
                <a:schemeClr val="dk2"/>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71"/>
          <p:cNvSpPr txBox="1">
            <a:spLocks noGrp="1"/>
          </p:cNvSpPr>
          <p:nvPr>
            <p:ph type="title"/>
          </p:nvPr>
        </p:nvSpPr>
        <p:spPr>
          <a:xfrm>
            <a:off x="355250"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C. Notion de base : distribution, lois usuelles, probabilités, convergences, estimation</a:t>
            </a:r>
            <a:endParaRPr sz="2000"/>
          </a:p>
          <a:p>
            <a:pPr marL="0" lvl="0" indent="0" algn="l" rtl="0">
              <a:lnSpc>
                <a:spcPct val="115000"/>
              </a:lnSpc>
              <a:spcBef>
                <a:spcPts val="0"/>
              </a:spcBef>
              <a:spcAft>
                <a:spcPts val="0"/>
              </a:spcAft>
              <a:buNone/>
            </a:pPr>
            <a:endParaRPr sz="2000"/>
          </a:p>
          <a:p>
            <a:pPr marL="457200" lvl="0" indent="0" algn="l" rtl="0">
              <a:spcBef>
                <a:spcPts val="0"/>
              </a:spcBef>
              <a:spcAft>
                <a:spcPts val="0"/>
              </a:spcAft>
              <a:buNone/>
            </a:pPr>
            <a:endParaRPr sz="2000"/>
          </a:p>
        </p:txBody>
      </p:sp>
      <p:sp>
        <p:nvSpPr>
          <p:cNvPr id="504" name="Google Shape;504;p71"/>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505" name="Google Shape;505;p7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32</a:t>
            </a:fld>
            <a:endParaRPr>
              <a:solidFill>
                <a:schemeClr val="lt1"/>
              </a:solidFill>
            </a:endParaRPr>
          </a:p>
        </p:txBody>
      </p:sp>
      <p:sp>
        <p:nvSpPr>
          <p:cNvPr id="506" name="Google Shape;506;p71"/>
          <p:cNvSpPr txBox="1"/>
          <p:nvPr/>
        </p:nvSpPr>
        <p:spPr>
          <a:xfrm>
            <a:off x="61750" y="872950"/>
            <a:ext cx="8655000" cy="32163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Convergence</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La convergence représente la tendance d'une suite de variables aléatoires à se stabiliser vers une valeur (ou une distribution spécifique).</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latin typeface="Montserrat"/>
                <a:ea typeface="Montserrat"/>
                <a:cs typeface="Montserrat"/>
                <a:sym typeface="Montserrat"/>
              </a:rPr>
              <a:t>Exemple : </a:t>
            </a:r>
            <a:r>
              <a:rPr lang="en" dirty="0">
                <a:solidFill>
                  <a:schemeClr val="dk1"/>
                </a:solidFill>
                <a:latin typeface="Montserrat"/>
                <a:ea typeface="Montserrat"/>
                <a:cs typeface="Montserrat"/>
                <a:sym typeface="Montserrat"/>
              </a:rPr>
              <a:t>la moyenne d’un grand échantillon converge souvent vers la moyenne réelle de la population.</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Estimation</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L’estimation consiste à déterminer les paramètres d’une population à partir d’un échantillon. Elle peut être ponctuelle (une valeur unique) ou par intervalle (intervalle de confiance).</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b="1" dirty="0">
                <a:solidFill>
                  <a:schemeClr val="dk1"/>
                </a:solidFill>
                <a:latin typeface="Montserrat"/>
                <a:ea typeface="Montserrat"/>
                <a:cs typeface="Montserrat"/>
                <a:sym typeface="Montserrat"/>
              </a:rPr>
              <a:t>Exemples</a:t>
            </a:r>
            <a:r>
              <a:rPr lang="en" dirty="0">
                <a:solidFill>
                  <a:schemeClr val="dk1"/>
                </a:solidFill>
                <a:latin typeface="Montserrat"/>
                <a:ea typeface="Montserrat"/>
                <a:cs typeface="Montserrat"/>
                <a:sym typeface="Montserrat"/>
              </a:rPr>
              <a:t> :</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Calculer la moyenne d'un échantillon de tailles pour estimer la taille moyenne de la population.</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Calculer l'écart-type d'un échantillon pour estimer la variabilité de la population.</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endParaRPr dirty="0">
              <a:solidFill>
                <a:schemeClr val="dk1"/>
              </a:solidFill>
              <a:latin typeface="Montserrat"/>
              <a:ea typeface="Montserrat"/>
              <a:cs typeface="Montserrat"/>
              <a:sym typeface="Montserrat"/>
            </a:endParaRPr>
          </a:p>
          <a:p>
            <a:pPr marL="0" lvl="0" indent="0" algn="l" rtl="0">
              <a:lnSpc>
                <a:spcPct val="150000"/>
              </a:lnSpc>
              <a:spcBef>
                <a:spcPts val="1200"/>
              </a:spcBef>
              <a:spcAft>
                <a:spcPts val="0"/>
              </a:spcAft>
              <a:buNone/>
            </a:pPr>
            <a:endParaRPr b="1" dirty="0">
              <a:solidFill>
                <a:schemeClr val="dk2"/>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72"/>
          <p:cNvSpPr txBox="1">
            <a:spLocks noGrp="1"/>
          </p:cNvSpPr>
          <p:nvPr>
            <p:ph type="title"/>
          </p:nvPr>
        </p:nvSpPr>
        <p:spPr>
          <a:xfrm>
            <a:off x="355250"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C. Notion de base : distribution, lois usuelles, probabilités, convergences, estimation</a:t>
            </a:r>
            <a:endParaRPr sz="2000"/>
          </a:p>
          <a:p>
            <a:pPr marL="0" lvl="0" indent="0" algn="l" rtl="0">
              <a:lnSpc>
                <a:spcPct val="115000"/>
              </a:lnSpc>
              <a:spcBef>
                <a:spcPts val="0"/>
              </a:spcBef>
              <a:spcAft>
                <a:spcPts val="0"/>
              </a:spcAft>
              <a:buNone/>
            </a:pPr>
            <a:endParaRPr sz="2000"/>
          </a:p>
          <a:p>
            <a:pPr marL="457200" lvl="0" indent="0" algn="l" rtl="0">
              <a:spcBef>
                <a:spcPts val="0"/>
              </a:spcBef>
              <a:spcAft>
                <a:spcPts val="0"/>
              </a:spcAft>
              <a:buNone/>
            </a:pPr>
            <a:endParaRPr sz="2000"/>
          </a:p>
        </p:txBody>
      </p:sp>
      <p:sp>
        <p:nvSpPr>
          <p:cNvPr id="512" name="Google Shape;512;p72"/>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513" name="Google Shape;513;p7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33</a:t>
            </a:fld>
            <a:endParaRPr>
              <a:solidFill>
                <a:schemeClr val="lt1"/>
              </a:solidFill>
            </a:endParaRPr>
          </a:p>
        </p:txBody>
      </p:sp>
      <p:sp>
        <p:nvSpPr>
          <p:cNvPr id="514" name="Google Shape;514;p72"/>
          <p:cNvSpPr txBox="1"/>
          <p:nvPr/>
        </p:nvSpPr>
        <p:spPr>
          <a:xfrm>
            <a:off x="0" y="872950"/>
            <a:ext cx="4833900" cy="32163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2"/>
              </a:buClr>
              <a:buSzPts val="1400"/>
              <a:buChar char="➢"/>
            </a:pPr>
            <a:r>
              <a:rPr lang="en" b="1" dirty="0">
                <a:solidFill>
                  <a:schemeClr val="dk2"/>
                </a:solidFill>
              </a:rPr>
              <a:t>Probabilités</a:t>
            </a:r>
            <a:r>
              <a:rPr lang="en" b="1" dirty="0">
                <a:solidFill>
                  <a:schemeClr val="dk1"/>
                </a:solidFill>
              </a:rPr>
              <a:t> :</a:t>
            </a:r>
            <a:r>
              <a:rPr lang="en" dirty="0">
                <a:solidFill>
                  <a:schemeClr val="dk1"/>
                </a:solidFill>
              </a:rPr>
              <a:t> Quantifie l’incertitude liée à un événement.</a:t>
            </a:r>
            <a:endParaRPr dirty="0">
              <a:solidFill>
                <a:schemeClr val="dk1"/>
              </a:solidFill>
            </a:endParaRPr>
          </a:p>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Formules :</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Moyenne (μ ou x̄)</a:t>
            </a:r>
            <a:r>
              <a:rPr lang="en" dirty="0">
                <a:solidFill>
                  <a:schemeClr val="dk1"/>
                </a:solidFill>
              </a:rPr>
              <a:t> :</a:t>
            </a:r>
            <a:endParaRPr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dirty="0">
                <a:solidFill>
                  <a:schemeClr val="dk1"/>
                </a:solidFill>
              </a:rPr>
              <a:t>μ = Σx / N (pour une population)</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chemeClr val="dk1"/>
                </a:solidFill>
              </a:rPr>
              <a:t>x̄ = Σx / n (pour un échantillon)</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Variance (σ² ou s²)</a:t>
            </a:r>
            <a:r>
              <a:rPr lang="en" dirty="0">
                <a:solidFill>
                  <a:schemeClr val="dk1"/>
                </a:solidFill>
              </a:rPr>
              <a:t> :</a:t>
            </a:r>
            <a:endParaRPr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dirty="0">
                <a:solidFill>
                  <a:schemeClr val="dk1"/>
                </a:solidFill>
              </a:rPr>
              <a:t>σ² = Σ(x - μ)² / N (pour une population)</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chemeClr val="dk1"/>
                </a:solidFill>
              </a:rPr>
              <a:t>s² = Σ(x - x̄)² / (n - 1) (pour un échantillon)</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Écart-type (σ ou s)</a:t>
            </a:r>
            <a:r>
              <a:rPr lang="en" dirty="0">
                <a:solidFill>
                  <a:schemeClr val="dk1"/>
                </a:solidFill>
              </a:rPr>
              <a:t> :</a:t>
            </a:r>
            <a:endParaRPr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 dirty="0">
                <a:solidFill>
                  <a:schemeClr val="dk1"/>
                </a:solidFill>
              </a:rPr>
              <a:t>σ = √σ² (pour une population)</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 dirty="0">
                <a:solidFill>
                  <a:schemeClr val="dk1"/>
                </a:solidFill>
              </a:rPr>
              <a:t>s = √s² (pour un échantillon)</a:t>
            </a:r>
            <a:endParaRPr dirty="0">
              <a:solidFill>
                <a:schemeClr val="dk1"/>
              </a:solidFill>
            </a:endParaRPr>
          </a:p>
          <a:p>
            <a:pPr marL="0" lvl="0" indent="0" algn="l" rtl="0">
              <a:lnSpc>
                <a:spcPct val="150000"/>
              </a:lnSpc>
              <a:spcBef>
                <a:spcPts val="1200"/>
              </a:spcBef>
              <a:spcAft>
                <a:spcPts val="0"/>
              </a:spcAft>
              <a:buNone/>
            </a:pPr>
            <a:endParaRPr b="1" dirty="0">
              <a:solidFill>
                <a:schemeClr val="dk2"/>
              </a:solidFill>
              <a:latin typeface="Montserrat"/>
              <a:ea typeface="Montserrat"/>
              <a:cs typeface="Montserrat"/>
              <a:sym typeface="Montserrat"/>
            </a:endParaRPr>
          </a:p>
        </p:txBody>
      </p:sp>
      <p:sp>
        <p:nvSpPr>
          <p:cNvPr id="515" name="Google Shape;515;p72"/>
          <p:cNvSpPr txBox="1"/>
          <p:nvPr/>
        </p:nvSpPr>
        <p:spPr>
          <a:xfrm>
            <a:off x="5051225" y="811925"/>
            <a:ext cx="3911400" cy="3216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rPr>
              <a:t>μ (mu)</a:t>
            </a:r>
            <a:r>
              <a:rPr lang="en">
                <a:solidFill>
                  <a:schemeClr val="dk1"/>
                </a:solidFill>
              </a:rPr>
              <a:t> : Représente la moyenne d'une population entière.</a:t>
            </a:r>
            <a:endParaRPr>
              <a:solidFill>
                <a:schemeClr val="dk1"/>
              </a:solidFill>
            </a:endParaRPr>
          </a:p>
          <a:p>
            <a:pPr marL="0" lvl="0" indent="0" algn="l" rtl="0">
              <a:lnSpc>
                <a:spcPct val="115000"/>
              </a:lnSpc>
              <a:spcBef>
                <a:spcPts val="0"/>
              </a:spcBef>
              <a:spcAft>
                <a:spcPts val="0"/>
              </a:spcAft>
              <a:buNone/>
            </a:pPr>
            <a:r>
              <a:rPr lang="en" b="1">
                <a:solidFill>
                  <a:schemeClr val="dk1"/>
                </a:solidFill>
              </a:rPr>
              <a:t>x̄ (x barre)</a:t>
            </a:r>
            <a:r>
              <a:rPr lang="en">
                <a:solidFill>
                  <a:schemeClr val="dk1"/>
                </a:solidFill>
              </a:rPr>
              <a:t> : Représente la moyenne d'un échantillon, c'est-à-dire une partie de la population.</a:t>
            </a:r>
            <a:endParaRPr>
              <a:solidFill>
                <a:schemeClr val="dk1"/>
              </a:solidFill>
            </a:endParaRPr>
          </a:p>
          <a:p>
            <a:pPr marL="0" lvl="0" indent="0" algn="l" rtl="0">
              <a:lnSpc>
                <a:spcPct val="115000"/>
              </a:lnSpc>
              <a:spcBef>
                <a:spcPts val="0"/>
              </a:spcBef>
              <a:spcAft>
                <a:spcPts val="0"/>
              </a:spcAft>
              <a:buNone/>
            </a:pPr>
            <a:r>
              <a:rPr lang="en" b="1">
                <a:solidFill>
                  <a:schemeClr val="dk1"/>
                </a:solidFill>
              </a:rPr>
              <a:t>x</a:t>
            </a:r>
            <a:r>
              <a:rPr lang="en">
                <a:solidFill>
                  <a:schemeClr val="dk1"/>
                </a:solidFill>
              </a:rPr>
              <a:t> : Représente chaque valeur individuelle dans l'ensemble de données.</a:t>
            </a:r>
            <a:endParaRPr>
              <a:solidFill>
                <a:schemeClr val="dk1"/>
              </a:solidFill>
            </a:endParaRPr>
          </a:p>
          <a:p>
            <a:pPr marL="0" lvl="0" indent="0" algn="l" rtl="0">
              <a:lnSpc>
                <a:spcPct val="115000"/>
              </a:lnSpc>
              <a:spcBef>
                <a:spcPts val="0"/>
              </a:spcBef>
              <a:spcAft>
                <a:spcPts val="0"/>
              </a:spcAft>
              <a:buNone/>
            </a:pPr>
            <a:r>
              <a:rPr lang="en" b="1">
                <a:solidFill>
                  <a:schemeClr val="dk1"/>
                </a:solidFill>
              </a:rPr>
              <a:t>N</a:t>
            </a:r>
            <a:r>
              <a:rPr lang="en">
                <a:solidFill>
                  <a:schemeClr val="dk1"/>
                </a:solidFill>
              </a:rPr>
              <a:t> : Représente le nombre total d'éléments dans la population.</a:t>
            </a:r>
            <a:endParaRPr>
              <a:solidFill>
                <a:schemeClr val="dk1"/>
              </a:solidFill>
            </a:endParaRPr>
          </a:p>
          <a:p>
            <a:pPr marL="0" lvl="0" indent="0" algn="l" rtl="0">
              <a:lnSpc>
                <a:spcPct val="115000"/>
              </a:lnSpc>
              <a:spcBef>
                <a:spcPts val="0"/>
              </a:spcBef>
              <a:spcAft>
                <a:spcPts val="0"/>
              </a:spcAft>
              <a:buNone/>
            </a:pPr>
            <a:r>
              <a:rPr lang="en" b="1">
                <a:solidFill>
                  <a:schemeClr val="dk1"/>
                </a:solidFill>
              </a:rPr>
              <a:t>n</a:t>
            </a:r>
            <a:r>
              <a:rPr lang="en">
                <a:solidFill>
                  <a:schemeClr val="dk1"/>
                </a:solidFill>
              </a:rPr>
              <a:t> : Représente le nombre total d'éléments dans l'échantillon.</a:t>
            </a:r>
            <a:endParaRPr>
              <a:solidFill>
                <a:schemeClr val="dk1"/>
              </a:solidFill>
            </a:endParaRPr>
          </a:p>
          <a:p>
            <a:pPr marL="0" lvl="0" indent="0" algn="l" rtl="0">
              <a:lnSpc>
                <a:spcPct val="115000"/>
              </a:lnSpc>
              <a:spcBef>
                <a:spcPts val="0"/>
              </a:spcBef>
              <a:spcAft>
                <a:spcPts val="0"/>
              </a:spcAft>
              <a:buNone/>
            </a:pPr>
            <a:r>
              <a:rPr lang="en" b="1">
                <a:solidFill>
                  <a:schemeClr val="dk1"/>
                </a:solidFill>
              </a:rPr>
              <a:t>σ² (sigma carré)</a:t>
            </a:r>
            <a:r>
              <a:rPr lang="en">
                <a:solidFill>
                  <a:schemeClr val="dk1"/>
                </a:solidFill>
              </a:rPr>
              <a:t> : Représente la variance d'une population.</a:t>
            </a:r>
            <a:endParaRPr>
              <a:solidFill>
                <a:schemeClr val="dk1"/>
              </a:solidFill>
            </a:endParaRPr>
          </a:p>
          <a:p>
            <a:pPr marL="0" lvl="0" indent="0" algn="l" rtl="0">
              <a:lnSpc>
                <a:spcPct val="115000"/>
              </a:lnSpc>
              <a:spcBef>
                <a:spcPts val="0"/>
              </a:spcBef>
              <a:spcAft>
                <a:spcPts val="0"/>
              </a:spcAft>
              <a:buNone/>
            </a:pPr>
            <a:r>
              <a:rPr lang="en" b="1">
                <a:solidFill>
                  <a:schemeClr val="dk1"/>
                </a:solidFill>
              </a:rPr>
              <a:t>s² (s carré)</a:t>
            </a:r>
            <a:r>
              <a:rPr lang="en">
                <a:solidFill>
                  <a:schemeClr val="dk1"/>
                </a:solidFill>
              </a:rPr>
              <a:t> : Représente la variance d'un échantillon.</a:t>
            </a:r>
            <a:endParaRPr>
              <a:solidFill>
                <a:schemeClr val="dk1"/>
              </a:solidFill>
            </a:endParaRPr>
          </a:p>
          <a:p>
            <a:pPr marL="0" lvl="0" indent="0" algn="l" rtl="0">
              <a:lnSpc>
                <a:spcPct val="115000"/>
              </a:lnSpc>
              <a:spcBef>
                <a:spcPts val="0"/>
              </a:spcBef>
              <a:spcAft>
                <a:spcPts val="0"/>
              </a:spcAft>
              <a:buNone/>
            </a:pPr>
            <a:r>
              <a:rPr lang="en" b="1">
                <a:solidFill>
                  <a:schemeClr val="dk1"/>
                </a:solidFill>
              </a:rPr>
              <a:t>s</a:t>
            </a:r>
            <a:r>
              <a:rPr lang="en">
                <a:solidFill>
                  <a:schemeClr val="dk1"/>
                </a:solidFill>
              </a:rPr>
              <a:t> : Représente l'écart-type d'un échantillon.</a:t>
            </a: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lnSpc>
                <a:spcPct val="115000"/>
              </a:lnSpc>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2"/>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73"/>
          <p:cNvSpPr txBox="1">
            <a:spLocks noGrp="1"/>
          </p:cNvSpPr>
          <p:nvPr>
            <p:ph type="title"/>
          </p:nvPr>
        </p:nvSpPr>
        <p:spPr>
          <a:xfrm>
            <a:off x="355250"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D.Notion de Tests d’hypothèse</a:t>
            </a:r>
            <a:endParaRPr sz="2000"/>
          </a:p>
          <a:p>
            <a:pPr marL="0" lvl="0" indent="0" algn="l" rtl="0">
              <a:lnSpc>
                <a:spcPct val="115000"/>
              </a:lnSpc>
              <a:spcBef>
                <a:spcPts val="0"/>
              </a:spcBef>
              <a:spcAft>
                <a:spcPts val="0"/>
              </a:spcAft>
              <a:buClr>
                <a:schemeClr val="dk1"/>
              </a:buClr>
              <a:buSzPts val="1100"/>
              <a:buFont typeface="Arial"/>
              <a:buNone/>
            </a:pPr>
            <a:endParaRPr sz="2000"/>
          </a:p>
          <a:p>
            <a:pPr marL="457200" lvl="0" indent="0" algn="l" rtl="0">
              <a:spcBef>
                <a:spcPts val="0"/>
              </a:spcBef>
              <a:spcAft>
                <a:spcPts val="0"/>
              </a:spcAft>
              <a:buNone/>
            </a:pPr>
            <a:endParaRPr sz="2000"/>
          </a:p>
        </p:txBody>
      </p:sp>
      <p:sp>
        <p:nvSpPr>
          <p:cNvPr id="521" name="Google Shape;521;p73"/>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522" name="Google Shape;522;p7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34</a:t>
            </a:fld>
            <a:endParaRPr>
              <a:solidFill>
                <a:schemeClr val="lt1"/>
              </a:solidFill>
            </a:endParaRPr>
          </a:p>
        </p:txBody>
      </p:sp>
      <p:sp>
        <p:nvSpPr>
          <p:cNvPr id="523" name="Google Shape;523;p73"/>
          <p:cNvSpPr txBox="1"/>
          <p:nvPr/>
        </p:nvSpPr>
        <p:spPr>
          <a:xfrm>
            <a:off x="0" y="746499"/>
            <a:ext cx="8950036" cy="3996551"/>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2"/>
              </a:buClr>
              <a:buSzPts val="1400"/>
              <a:buChar char="➢"/>
            </a:pPr>
            <a:r>
              <a:rPr lang="en" b="1" dirty="0">
                <a:solidFill>
                  <a:schemeClr val="dk2"/>
                </a:solidFill>
                <a:latin typeface="Montserrat"/>
                <a:ea typeface="Montserrat"/>
                <a:cs typeface="Montserrat"/>
                <a:sym typeface="Montserrat"/>
              </a:rPr>
              <a:t>Définition :</a:t>
            </a:r>
            <a:r>
              <a:rPr lang="en" dirty="0">
                <a:solidFill>
                  <a:schemeClr val="dk2"/>
                </a:solidFill>
                <a:latin typeface="Montserrat"/>
                <a:ea typeface="Montserrat"/>
                <a:cs typeface="Montserrat"/>
                <a:sym typeface="Montserrat"/>
              </a:rPr>
              <a:t> </a:t>
            </a:r>
            <a:endParaRPr dirty="0">
              <a:solidFill>
                <a:schemeClr val="dk2"/>
              </a:solidFill>
              <a:latin typeface="Montserrat"/>
              <a:ea typeface="Montserrat"/>
              <a:cs typeface="Montserrat"/>
              <a:sym typeface="Montserrat"/>
            </a:endParaRPr>
          </a:p>
          <a:p>
            <a:pPr marL="45720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Un test d'hypothèse est une procédure statistique permettant de décider si une hypothèse concernant un paramètre de population peut être acceptée ou rejetée en se basant sur un échantillon de données.</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Char char="➢"/>
            </a:pPr>
            <a:r>
              <a:rPr lang="en" b="1" dirty="0">
                <a:solidFill>
                  <a:schemeClr val="dk2"/>
                </a:solidFill>
                <a:latin typeface="Montserrat"/>
                <a:ea typeface="Montserrat"/>
                <a:cs typeface="Montserrat"/>
                <a:sym typeface="Montserrat"/>
              </a:rPr>
              <a:t>Principe :</a:t>
            </a:r>
            <a:r>
              <a:rPr lang="en" dirty="0">
                <a:solidFill>
                  <a:schemeClr val="dk2"/>
                </a:solidFill>
                <a:latin typeface="Montserrat"/>
                <a:ea typeface="Montserrat"/>
                <a:cs typeface="Montserrat"/>
                <a:sym typeface="Montserrat"/>
              </a:rPr>
              <a:t> </a:t>
            </a:r>
            <a:endParaRPr dirty="0">
              <a:solidFill>
                <a:schemeClr val="dk2"/>
              </a:solidFill>
              <a:latin typeface="Montserrat"/>
              <a:ea typeface="Montserrat"/>
              <a:cs typeface="Montserrat"/>
              <a:sym typeface="Montserrat"/>
            </a:endParaRPr>
          </a:p>
          <a:p>
            <a:pPr marL="45720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On formule deux hypothèses :</a:t>
            </a:r>
            <a:endParaRPr dirty="0">
              <a:solidFill>
                <a:schemeClr val="dk1"/>
              </a:solidFill>
              <a:latin typeface="Montserrat"/>
              <a:ea typeface="Montserrat"/>
              <a:cs typeface="Montserrat"/>
              <a:sym typeface="Montserrat"/>
            </a:endParaRPr>
          </a:p>
          <a:p>
            <a:pPr marL="914400" lvl="1" indent="-317500" algn="l" rtl="0">
              <a:lnSpc>
                <a:spcPct val="115000"/>
              </a:lnSpc>
              <a:spcBef>
                <a:spcPts val="1200"/>
              </a:spcBef>
              <a:spcAft>
                <a:spcPts val="0"/>
              </a:spcAft>
              <a:buClr>
                <a:schemeClr val="dk1"/>
              </a:buClr>
              <a:buSzPts val="1400"/>
              <a:buChar char="○"/>
            </a:pPr>
            <a:r>
              <a:rPr lang="en" b="1" dirty="0">
                <a:solidFill>
                  <a:schemeClr val="dk1"/>
                </a:solidFill>
                <a:latin typeface="Montserrat"/>
                <a:ea typeface="Montserrat"/>
                <a:cs typeface="Montserrat"/>
                <a:sym typeface="Montserrat"/>
              </a:rPr>
              <a:t>Hypothèse nulle (H0) :</a:t>
            </a:r>
            <a:r>
              <a:rPr lang="en" dirty="0">
                <a:solidFill>
                  <a:schemeClr val="dk1"/>
                </a:solidFill>
                <a:latin typeface="Montserrat"/>
                <a:ea typeface="Montserrat"/>
                <a:cs typeface="Montserrat"/>
                <a:sym typeface="Montserrat"/>
              </a:rPr>
              <a:t> Suppose qu’il n’y a aucune différence ou effet.</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Hypothèse alternative (H1) :</a:t>
            </a:r>
            <a:r>
              <a:rPr lang="en" dirty="0">
                <a:solidFill>
                  <a:schemeClr val="dk1"/>
                </a:solidFill>
                <a:latin typeface="Montserrat"/>
                <a:ea typeface="Montserrat"/>
                <a:cs typeface="Montserrat"/>
                <a:sym typeface="Montserrat"/>
              </a:rPr>
              <a:t> Suppose l’existence d’une différence ou d’un effet.</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Niveau de signification () :</a:t>
            </a:r>
            <a:r>
              <a:rPr lang="en" dirty="0">
                <a:solidFill>
                  <a:schemeClr val="dk1"/>
                </a:solidFill>
                <a:latin typeface="Montserrat"/>
                <a:ea typeface="Montserrat"/>
                <a:cs typeface="Montserrat"/>
                <a:sym typeface="Montserrat"/>
              </a:rPr>
              <a:t> Probabilité de rejeter à tort H0.</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p-value :</a:t>
            </a:r>
            <a:r>
              <a:rPr lang="en" dirty="0">
                <a:solidFill>
                  <a:schemeClr val="dk1"/>
                </a:solidFill>
                <a:latin typeface="Montserrat"/>
                <a:ea typeface="Montserrat"/>
                <a:cs typeface="Montserrat"/>
                <a:sym typeface="Montserrat"/>
              </a:rPr>
              <a:t> Probabilité d’obtenir les résultats observés si H0 est vraie.</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Char char="○"/>
            </a:pPr>
            <a:r>
              <a:rPr lang="en" b="1" dirty="0">
                <a:solidFill>
                  <a:schemeClr val="dk1"/>
                </a:solidFill>
                <a:latin typeface="Montserrat"/>
                <a:ea typeface="Montserrat"/>
                <a:cs typeface="Montserrat"/>
                <a:sym typeface="Montserrat"/>
              </a:rPr>
              <a:t>Décision :</a:t>
            </a:r>
            <a:r>
              <a:rPr lang="en" dirty="0">
                <a:solidFill>
                  <a:schemeClr val="dk1"/>
                </a:solidFill>
                <a:latin typeface="Montserrat"/>
                <a:ea typeface="Montserrat"/>
                <a:cs typeface="Montserrat"/>
                <a:sym typeface="Montserrat"/>
              </a:rPr>
              <a:t> Si la p-value est inférieure au niveau , on rejette H0.</a:t>
            </a:r>
            <a:endParaRPr dirty="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None/>
            </a:pPr>
            <a:endParaRPr dirty="0">
              <a:solidFill>
                <a:schemeClr val="dk1"/>
              </a:solidFill>
              <a:latin typeface="Montserrat"/>
              <a:ea typeface="Montserrat"/>
              <a:cs typeface="Montserrat"/>
              <a:sym typeface="Montserrat"/>
            </a:endParaRPr>
          </a:p>
          <a:p>
            <a:pPr marL="0" lvl="0" indent="0" algn="l" rtl="0">
              <a:lnSpc>
                <a:spcPct val="150000"/>
              </a:lnSpc>
              <a:spcBef>
                <a:spcPts val="1200"/>
              </a:spcBef>
              <a:spcAft>
                <a:spcPts val="0"/>
              </a:spcAft>
              <a:buNone/>
            </a:pPr>
            <a:endParaRPr b="1" dirty="0">
              <a:solidFill>
                <a:schemeClr val="dk2"/>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74"/>
          <p:cNvSpPr txBox="1">
            <a:spLocks noGrp="1"/>
          </p:cNvSpPr>
          <p:nvPr>
            <p:ph type="title"/>
          </p:nvPr>
        </p:nvSpPr>
        <p:spPr>
          <a:xfrm>
            <a:off x="355250"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D.Notion de Tests d’hypothèse</a:t>
            </a:r>
            <a:endParaRPr sz="2000"/>
          </a:p>
          <a:p>
            <a:pPr marL="0" lvl="0" indent="0" algn="l" rtl="0">
              <a:lnSpc>
                <a:spcPct val="115000"/>
              </a:lnSpc>
              <a:spcBef>
                <a:spcPts val="0"/>
              </a:spcBef>
              <a:spcAft>
                <a:spcPts val="0"/>
              </a:spcAft>
              <a:buNone/>
            </a:pPr>
            <a:endParaRPr sz="2000"/>
          </a:p>
          <a:p>
            <a:pPr marL="457200" lvl="0" indent="0" algn="l" rtl="0">
              <a:spcBef>
                <a:spcPts val="0"/>
              </a:spcBef>
              <a:spcAft>
                <a:spcPts val="0"/>
              </a:spcAft>
              <a:buNone/>
            </a:pPr>
            <a:endParaRPr sz="2000"/>
          </a:p>
        </p:txBody>
      </p:sp>
      <p:sp>
        <p:nvSpPr>
          <p:cNvPr id="529" name="Google Shape;529;p74"/>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530" name="Google Shape;530;p7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35</a:t>
            </a:fld>
            <a:endParaRPr>
              <a:solidFill>
                <a:schemeClr val="lt1"/>
              </a:solidFill>
            </a:endParaRPr>
          </a:p>
        </p:txBody>
      </p:sp>
      <p:sp>
        <p:nvSpPr>
          <p:cNvPr id="531" name="Google Shape;531;p74"/>
          <p:cNvSpPr txBox="1"/>
          <p:nvPr/>
        </p:nvSpPr>
        <p:spPr>
          <a:xfrm>
            <a:off x="647575" y="649675"/>
            <a:ext cx="7369500" cy="2855525"/>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Principaux tests d’hypothèses :</a:t>
            </a:r>
            <a:endParaRPr b="1" dirty="0">
              <a:solidFill>
                <a:schemeClr val="dk2"/>
              </a:solidFill>
              <a:latin typeface="Montserrat"/>
              <a:ea typeface="Montserrat"/>
              <a:cs typeface="Montserrat"/>
              <a:sym typeface="Montserrat"/>
            </a:endParaRPr>
          </a:p>
          <a:p>
            <a:pPr marL="457200" lvl="0" indent="0" algn="l" rtl="0">
              <a:lnSpc>
                <a:spcPct val="115000"/>
              </a:lnSpc>
              <a:spcBef>
                <a:spcPts val="0"/>
              </a:spcBef>
              <a:spcAft>
                <a:spcPts val="0"/>
              </a:spcAft>
              <a:buNone/>
            </a:pPr>
            <a:endParaRPr b="1" dirty="0">
              <a:solidFill>
                <a:schemeClr val="dk2"/>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1"/>
              </a:buClr>
              <a:buSzPts val="1400"/>
              <a:buFont typeface="Montserrat"/>
              <a:buChar char="●"/>
            </a:pPr>
            <a:r>
              <a:rPr lang="en" b="1" i="1" dirty="0">
                <a:solidFill>
                  <a:schemeClr val="dk1"/>
                </a:solidFill>
                <a:latin typeface="Montserrat"/>
                <a:ea typeface="Montserrat"/>
                <a:cs typeface="Montserrat"/>
                <a:sym typeface="Montserrat"/>
              </a:rPr>
              <a:t>Test t de Student :</a:t>
            </a:r>
            <a:r>
              <a:rPr lang="en" b="1" dirty="0">
                <a:solidFill>
                  <a:schemeClr val="dk1"/>
                </a:solidFill>
                <a:latin typeface="Montserrat"/>
                <a:ea typeface="Montserrat"/>
                <a:cs typeface="Montserrat"/>
                <a:sym typeface="Montserrat"/>
              </a:rPr>
              <a:t> </a:t>
            </a:r>
            <a:r>
              <a:rPr lang="en" dirty="0">
                <a:solidFill>
                  <a:schemeClr val="dk1"/>
                </a:solidFill>
                <a:latin typeface="Montserrat"/>
                <a:ea typeface="Montserrat"/>
                <a:cs typeface="Montserrat"/>
                <a:sym typeface="Montserrat"/>
              </a:rPr>
              <a:t>Compare les moyennes de deux échantillons indépendants.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b="1" i="1" dirty="0">
                <a:solidFill>
                  <a:schemeClr val="dk1"/>
                </a:solidFill>
                <a:latin typeface="Montserrat"/>
                <a:ea typeface="Montserrat"/>
                <a:cs typeface="Montserrat"/>
                <a:sym typeface="Montserrat"/>
              </a:rPr>
              <a:t>Test du Chi-deux :</a:t>
            </a:r>
            <a:r>
              <a:rPr lang="en" b="1" dirty="0">
                <a:solidFill>
                  <a:schemeClr val="dk1"/>
                </a:solidFill>
                <a:latin typeface="Montserrat"/>
                <a:ea typeface="Montserrat"/>
                <a:cs typeface="Montserrat"/>
                <a:sym typeface="Montserrat"/>
              </a:rPr>
              <a:t> </a:t>
            </a:r>
            <a:r>
              <a:rPr lang="en" dirty="0">
                <a:solidFill>
                  <a:schemeClr val="dk1"/>
                </a:solidFill>
                <a:latin typeface="Montserrat"/>
                <a:ea typeface="Montserrat"/>
                <a:cs typeface="Montserrat"/>
                <a:sym typeface="Montserrat"/>
              </a:rPr>
              <a:t>Teste l'indépendance entre deux variables catégorielles.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b="1" i="1" dirty="0">
                <a:solidFill>
                  <a:schemeClr val="dk1"/>
                </a:solidFill>
                <a:latin typeface="Montserrat"/>
                <a:ea typeface="Montserrat"/>
                <a:cs typeface="Montserrat"/>
                <a:sym typeface="Montserrat"/>
              </a:rPr>
              <a:t>ANOVA </a:t>
            </a:r>
            <a:r>
              <a:rPr lang="en" i="1" dirty="0">
                <a:solidFill>
                  <a:schemeClr val="dk1"/>
                </a:solidFill>
                <a:latin typeface="Montserrat"/>
                <a:ea typeface="Montserrat"/>
                <a:cs typeface="Montserrat"/>
                <a:sym typeface="Montserrat"/>
              </a:rPr>
              <a:t>(Analyse de la variance) :</a:t>
            </a:r>
            <a:r>
              <a:rPr lang="en" dirty="0">
                <a:solidFill>
                  <a:schemeClr val="dk1"/>
                </a:solidFill>
                <a:latin typeface="Montserrat"/>
                <a:ea typeface="Montserrat"/>
                <a:cs typeface="Montserrat"/>
                <a:sym typeface="Montserrat"/>
              </a:rPr>
              <a:t> Compare les moyennes de plusieurs groupes.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b="1" i="1" dirty="0">
                <a:solidFill>
                  <a:schemeClr val="dk1"/>
                </a:solidFill>
                <a:latin typeface="Montserrat"/>
                <a:ea typeface="Montserrat"/>
                <a:cs typeface="Montserrat"/>
                <a:sym typeface="Montserrat"/>
              </a:rPr>
              <a:t>Test de corrélation de Pearson :</a:t>
            </a:r>
            <a:r>
              <a:rPr lang="en" dirty="0">
                <a:solidFill>
                  <a:schemeClr val="dk1"/>
                </a:solidFill>
                <a:latin typeface="Montserrat"/>
                <a:ea typeface="Montserrat"/>
                <a:cs typeface="Montserrat"/>
                <a:sym typeface="Montserrat"/>
              </a:rPr>
              <a:t> Mesure la force et la direction de la relation linéaire entre deux variables.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Font typeface="Montserrat"/>
              <a:buChar char="●"/>
            </a:pPr>
            <a:r>
              <a:rPr lang="en" b="1" i="1" dirty="0">
                <a:solidFill>
                  <a:schemeClr val="dk1"/>
                </a:solidFill>
                <a:latin typeface="Montserrat"/>
                <a:ea typeface="Montserrat"/>
                <a:cs typeface="Montserrat"/>
                <a:sym typeface="Montserrat"/>
              </a:rPr>
              <a:t>Test de Shapiro-Wilk :</a:t>
            </a:r>
            <a:r>
              <a:rPr lang="en" b="1" dirty="0">
                <a:solidFill>
                  <a:schemeClr val="dk1"/>
                </a:solidFill>
                <a:latin typeface="Montserrat"/>
                <a:ea typeface="Montserrat"/>
                <a:cs typeface="Montserrat"/>
                <a:sym typeface="Montserrat"/>
              </a:rPr>
              <a:t> </a:t>
            </a:r>
            <a:r>
              <a:rPr lang="en" dirty="0">
                <a:solidFill>
                  <a:schemeClr val="dk1"/>
                </a:solidFill>
                <a:latin typeface="Montserrat"/>
                <a:ea typeface="Montserrat"/>
                <a:cs typeface="Montserrat"/>
                <a:sym typeface="Montserrat"/>
              </a:rPr>
              <a:t>Vérifie la normalité d'une distribution.</a:t>
            </a:r>
            <a:endParaRPr dirty="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Font typeface="Montserrat"/>
              <a:buChar char="➢"/>
            </a:pPr>
            <a:r>
              <a:rPr lang="en" b="1" dirty="0">
                <a:solidFill>
                  <a:schemeClr val="dk2"/>
                </a:solidFill>
                <a:latin typeface="Montserrat"/>
                <a:ea typeface="Montserrat"/>
                <a:cs typeface="Montserrat"/>
                <a:sym typeface="Montserrat"/>
              </a:rPr>
              <a:t>Exemple</a:t>
            </a:r>
            <a:r>
              <a:rPr lang="en" dirty="0">
                <a:solidFill>
                  <a:schemeClr val="dk2"/>
                </a:solidFill>
                <a:latin typeface="Montserrat"/>
                <a:ea typeface="Montserrat"/>
                <a:cs typeface="Montserrat"/>
                <a:sym typeface="Montserrat"/>
              </a:rPr>
              <a:t> :</a:t>
            </a:r>
            <a:endParaRPr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 Tester si les ventes avant et après une campagne marketing sont significativement différentes avec un test t.</a:t>
            </a:r>
            <a:endParaRPr dirty="0">
              <a:solidFill>
                <a:schemeClr val="dk1"/>
              </a:solidFill>
              <a:latin typeface="Montserrat"/>
              <a:ea typeface="Montserrat"/>
              <a:cs typeface="Montserrat"/>
              <a:sym typeface="Montserrat"/>
            </a:endParaRPr>
          </a:p>
          <a:p>
            <a:pPr marL="0" lvl="0" indent="0" algn="l" rtl="0">
              <a:lnSpc>
                <a:spcPct val="150000"/>
              </a:lnSpc>
              <a:spcBef>
                <a:spcPts val="1200"/>
              </a:spcBef>
              <a:spcAft>
                <a:spcPts val="0"/>
              </a:spcAft>
              <a:buNone/>
            </a:pPr>
            <a:endParaRPr dirty="0">
              <a:solidFill>
                <a:schemeClr val="dk2"/>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75"/>
          <p:cNvSpPr txBox="1">
            <a:spLocks noGrp="1"/>
          </p:cNvSpPr>
          <p:nvPr>
            <p:ph type="title"/>
          </p:nvPr>
        </p:nvSpPr>
        <p:spPr>
          <a:xfrm>
            <a:off x="355250"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E. Différence entre les deux approches</a:t>
            </a:r>
            <a:endParaRPr sz="2000"/>
          </a:p>
          <a:p>
            <a:pPr marL="0" lvl="0" indent="0" algn="l" rtl="0">
              <a:lnSpc>
                <a:spcPct val="115000"/>
              </a:lnSpc>
              <a:spcBef>
                <a:spcPts val="0"/>
              </a:spcBef>
              <a:spcAft>
                <a:spcPts val="0"/>
              </a:spcAft>
              <a:buNone/>
            </a:pPr>
            <a:endParaRPr sz="2000"/>
          </a:p>
          <a:p>
            <a:pPr marL="457200" lvl="0" indent="0" algn="l" rtl="0">
              <a:spcBef>
                <a:spcPts val="0"/>
              </a:spcBef>
              <a:spcAft>
                <a:spcPts val="0"/>
              </a:spcAft>
              <a:buNone/>
            </a:pPr>
            <a:endParaRPr sz="2000"/>
          </a:p>
        </p:txBody>
      </p:sp>
      <p:sp>
        <p:nvSpPr>
          <p:cNvPr id="537" name="Google Shape;537;p75"/>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538" name="Google Shape;538;p7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36</a:t>
            </a:fld>
            <a:endParaRPr>
              <a:solidFill>
                <a:schemeClr val="lt1"/>
              </a:solidFill>
            </a:endParaRPr>
          </a:p>
        </p:txBody>
      </p:sp>
      <p:sp>
        <p:nvSpPr>
          <p:cNvPr id="539" name="Google Shape;539;p75"/>
          <p:cNvSpPr txBox="1"/>
          <p:nvPr/>
        </p:nvSpPr>
        <p:spPr>
          <a:xfrm>
            <a:off x="647575" y="649675"/>
            <a:ext cx="7909200" cy="3636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b="1">
                <a:solidFill>
                  <a:schemeClr val="dk2"/>
                </a:solidFill>
                <a:latin typeface="Montserrat"/>
                <a:ea typeface="Montserrat"/>
                <a:cs typeface="Montserrat"/>
                <a:sym typeface="Montserrat"/>
              </a:rPr>
              <a:t>1. Statistique descriptive</a:t>
            </a:r>
            <a:endParaRPr b="1">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a:solidFill>
                  <a:schemeClr val="dk1"/>
                </a:solidFill>
                <a:latin typeface="Montserrat"/>
                <a:ea typeface="Montserrat"/>
                <a:cs typeface="Montserrat"/>
                <a:sym typeface="Montserrat"/>
              </a:rPr>
              <a:t>La statistique descriptive a pour but de résumer et de décrire les caractéristiques essentielles d'un ensemble de données. Elle se concentre sur les données collectées sans chercher à faire de généralisations au-delà de cet ensemble.</a:t>
            </a:r>
            <a:endParaRPr>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Char char="●"/>
            </a:pPr>
            <a:r>
              <a:rPr lang="en" b="1">
                <a:solidFill>
                  <a:schemeClr val="dk2"/>
                </a:solidFill>
                <a:latin typeface="Montserrat"/>
                <a:ea typeface="Montserrat"/>
                <a:cs typeface="Montserrat"/>
                <a:sym typeface="Montserrat"/>
              </a:rPr>
              <a:t>Méthodes</a:t>
            </a:r>
            <a:r>
              <a:rPr lang="en">
                <a:solidFill>
                  <a:schemeClr val="dk2"/>
                </a:solidFill>
                <a:latin typeface="Montserrat"/>
                <a:ea typeface="Montserrat"/>
                <a:cs typeface="Montserrat"/>
                <a:sym typeface="Montserrat"/>
              </a:rPr>
              <a:t> :</a:t>
            </a:r>
            <a:endParaRPr>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Elle utilise des mesures telles que la moyenne, la médiane, le mode, la variance, l'écart-type, ainsi que des représentations graphiques comme les histogrammes, les diagrammes en boîte, etc.</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1"/>
              </a:buClr>
              <a:buSzPts val="1400"/>
              <a:buChar char="●"/>
            </a:pPr>
            <a:r>
              <a:rPr lang="en" b="1">
                <a:solidFill>
                  <a:schemeClr val="dk2"/>
                </a:solidFill>
                <a:latin typeface="Montserrat"/>
                <a:ea typeface="Montserrat"/>
                <a:cs typeface="Montserrat"/>
                <a:sym typeface="Montserrat"/>
              </a:rPr>
              <a:t>Exemple</a:t>
            </a:r>
            <a:r>
              <a:rPr lang="en">
                <a:solidFill>
                  <a:schemeClr val="dk1"/>
                </a:solidFill>
                <a:latin typeface="Montserrat"/>
                <a:ea typeface="Montserrat"/>
                <a:cs typeface="Montserrat"/>
                <a:sym typeface="Montserrat"/>
              </a:rPr>
              <a:t> :</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Calculer le taux de satisfaction moyen des clients d'un sondage spécifique.</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Déterminer la répartition des âges des participants à un événement.</a:t>
            </a:r>
            <a:endParaRPr>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créer un graphique montrant les ventes de produits par trimestre.</a:t>
            </a:r>
            <a:endParaRPr>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Char char="●"/>
            </a:pPr>
            <a:r>
              <a:rPr lang="en" b="1">
                <a:solidFill>
                  <a:schemeClr val="dk2"/>
                </a:solidFill>
                <a:latin typeface="Montserrat"/>
                <a:ea typeface="Montserrat"/>
                <a:cs typeface="Montserrat"/>
                <a:sym typeface="Montserrat"/>
              </a:rPr>
              <a:t>En résumé</a:t>
            </a:r>
            <a:r>
              <a:rPr lang="en">
                <a:solidFill>
                  <a:schemeClr val="dk2"/>
                </a:solidFill>
                <a:latin typeface="Montserrat"/>
                <a:ea typeface="Montserrat"/>
                <a:cs typeface="Montserrat"/>
                <a:sym typeface="Montserrat"/>
              </a:rPr>
              <a:t> :</a:t>
            </a:r>
            <a:endParaRPr>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La statistique descriptive répond à la question « Que disent les données ? ».</a:t>
            </a:r>
            <a:endParaRPr>
              <a:solidFill>
                <a:schemeClr val="dk1"/>
              </a:solidFill>
              <a:latin typeface="Montserrat"/>
              <a:ea typeface="Montserrat"/>
              <a:cs typeface="Montserrat"/>
              <a:sym typeface="Montserrat"/>
            </a:endParaRPr>
          </a:p>
          <a:p>
            <a:pPr marL="914400" lvl="0" indent="0" algn="l" rtl="0">
              <a:lnSpc>
                <a:spcPct val="115000"/>
              </a:lnSpc>
              <a:spcBef>
                <a:spcPts val="1200"/>
              </a:spcBef>
              <a:spcAft>
                <a:spcPts val="1200"/>
              </a:spcAft>
              <a:buNone/>
            </a:pPr>
            <a:endParaRPr b="1">
              <a:solidFill>
                <a:schemeClr val="dk1"/>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76"/>
          <p:cNvSpPr txBox="1">
            <a:spLocks noGrp="1"/>
          </p:cNvSpPr>
          <p:nvPr>
            <p:ph type="title"/>
          </p:nvPr>
        </p:nvSpPr>
        <p:spPr>
          <a:xfrm>
            <a:off x="536575"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E. Différence entre les deux approches</a:t>
            </a:r>
            <a:endParaRPr sz="2000"/>
          </a:p>
          <a:p>
            <a:pPr marL="0" lvl="0" indent="0" algn="l" rtl="0">
              <a:lnSpc>
                <a:spcPct val="115000"/>
              </a:lnSpc>
              <a:spcBef>
                <a:spcPts val="0"/>
              </a:spcBef>
              <a:spcAft>
                <a:spcPts val="0"/>
              </a:spcAft>
              <a:buNone/>
            </a:pPr>
            <a:endParaRPr sz="2000"/>
          </a:p>
          <a:p>
            <a:pPr marL="457200" lvl="0" indent="0" algn="l" rtl="0">
              <a:spcBef>
                <a:spcPts val="0"/>
              </a:spcBef>
              <a:spcAft>
                <a:spcPts val="0"/>
              </a:spcAft>
              <a:buNone/>
            </a:pPr>
            <a:endParaRPr sz="2000"/>
          </a:p>
        </p:txBody>
      </p:sp>
      <p:sp>
        <p:nvSpPr>
          <p:cNvPr id="545" name="Google Shape;545;p76"/>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546" name="Google Shape;546;p7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37</a:t>
            </a:fld>
            <a:endParaRPr>
              <a:solidFill>
                <a:schemeClr val="lt1"/>
              </a:solidFill>
            </a:endParaRPr>
          </a:p>
        </p:txBody>
      </p:sp>
      <p:sp>
        <p:nvSpPr>
          <p:cNvPr id="547" name="Google Shape;547;p76"/>
          <p:cNvSpPr txBox="1"/>
          <p:nvPr/>
        </p:nvSpPr>
        <p:spPr>
          <a:xfrm>
            <a:off x="316500" y="478875"/>
            <a:ext cx="8511000" cy="3636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dirty="0">
                <a:solidFill>
                  <a:schemeClr val="dk2"/>
                </a:solidFill>
                <a:latin typeface="Montserrat"/>
                <a:ea typeface="Montserrat"/>
                <a:cs typeface="Montserrat"/>
                <a:sym typeface="Montserrat"/>
              </a:rPr>
              <a:t>2. Statistique inférentielle</a:t>
            </a:r>
            <a:endParaRPr b="1" dirty="0">
              <a:solidFill>
                <a:schemeClr val="dk2"/>
              </a:solidFill>
              <a:latin typeface="Montserrat"/>
              <a:ea typeface="Montserrat"/>
              <a:cs typeface="Montserrat"/>
              <a:sym typeface="Montserrat"/>
            </a:endParaRPr>
          </a:p>
          <a:p>
            <a:pPr marL="0" lvl="0" indent="0" algn="l" rtl="0">
              <a:lnSpc>
                <a:spcPct val="115000"/>
              </a:lnSpc>
              <a:spcBef>
                <a:spcPts val="1200"/>
              </a:spcBef>
              <a:spcAft>
                <a:spcPts val="0"/>
              </a:spcAft>
              <a:buNone/>
            </a:pPr>
            <a:r>
              <a:rPr lang="en" dirty="0">
                <a:solidFill>
                  <a:schemeClr val="dk1"/>
                </a:solidFill>
                <a:latin typeface="Montserrat"/>
                <a:ea typeface="Montserrat"/>
                <a:cs typeface="Montserrat"/>
                <a:sym typeface="Montserrat"/>
              </a:rPr>
              <a:t>La statistique inférentielle vise à tirer des conclusions ou à faire des prédictions sur une population entière à partir des données d'un échantillon. Elle permet de généraliser les résultats observés dans un échantillon à une population plus large.</a:t>
            </a:r>
            <a:endParaRPr dirty="0">
              <a:solidFill>
                <a:schemeClr val="dk1"/>
              </a:solidFill>
              <a:latin typeface="Montserrat"/>
              <a:ea typeface="Montserrat"/>
              <a:cs typeface="Montserrat"/>
              <a:sym typeface="Montserrat"/>
            </a:endParaRPr>
          </a:p>
          <a:p>
            <a:pPr marL="457200" lvl="0" indent="-317500" algn="l" rtl="0">
              <a:lnSpc>
                <a:spcPct val="115000"/>
              </a:lnSpc>
              <a:spcBef>
                <a:spcPts val="1200"/>
              </a:spcBef>
              <a:spcAft>
                <a:spcPts val="0"/>
              </a:spcAft>
              <a:buClr>
                <a:schemeClr val="dk2"/>
              </a:buClr>
              <a:buSzPts val="1400"/>
              <a:buChar char="●"/>
            </a:pPr>
            <a:r>
              <a:rPr lang="en" b="1" dirty="0">
                <a:solidFill>
                  <a:schemeClr val="dk2"/>
                </a:solidFill>
                <a:latin typeface="Montserrat"/>
                <a:ea typeface="Montserrat"/>
                <a:cs typeface="Montserrat"/>
                <a:sym typeface="Montserrat"/>
              </a:rPr>
              <a:t>Méthodes</a:t>
            </a:r>
            <a:r>
              <a:rPr lang="en" dirty="0">
                <a:solidFill>
                  <a:schemeClr val="dk2"/>
                </a:solidFill>
                <a:latin typeface="Montserrat"/>
                <a:ea typeface="Montserrat"/>
                <a:cs typeface="Montserrat"/>
                <a:sym typeface="Montserrat"/>
              </a:rPr>
              <a:t> :</a:t>
            </a:r>
            <a:endParaRPr dirty="0">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Elle utilise des techniques telles que les tests d'hypothèse, les intervalles de confiance, les analyses de régression, etc.</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Char char="●"/>
            </a:pPr>
            <a:r>
              <a:rPr lang="en" b="1" dirty="0">
                <a:solidFill>
                  <a:schemeClr val="dk2"/>
                </a:solidFill>
                <a:latin typeface="Montserrat"/>
                <a:ea typeface="Montserrat"/>
                <a:cs typeface="Montserrat"/>
                <a:sym typeface="Montserrat"/>
              </a:rPr>
              <a:t>Exemple</a:t>
            </a:r>
            <a:r>
              <a:rPr lang="en" dirty="0">
                <a:solidFill>
                  <a:schemeClr val="dk2"/>
                </a:solidFill>
                <a:latin typeface="Montserrat"/>
                <a:ea typeface="Montserrat"/>
                <a:cs typeface="Montserrat"/>
                <a:sym typeface="Montserrat"/>
              </a:rPr>
              <a:t> :</a:t>
            </a:r>
            <a:endParaRPr dirty="0">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Déduire que 90 % des clients sont satisfaits sur l'ensemble de la clientèle, en se basant sur un sondage auprès d'un échantillon de clients.</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Estimer la probabilité qu'un nouveau produit soit un succès sur le marché, en se basant sur les résultats d'un test auprès d'un groupe de consommateurs.</a:t>
            </a:r>
            <a:endParaRPr dirty="0">
              <a:solidFill>
                <a:schemeClr val="dk1"/>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prédire les ventes futurs d'un produit en fonction des ventes passées.</a:t>
            </a:r>
            <a:endParaRPr dirty="0">
              <a:solidFill>
                <a:schemeClr val="dk1"/>
              </a:solidFill>
              <a:latin typeface="Montserrat"/>
              <a:ea typeface="Montserrat"/>
              <a:cs typeface="Montserrat"/>
              <a:sym typeface="Montserrat"/>
            </a:endParaRPr>
          </a:p>
          <a:p>
            <a:pPr marL="457200" lvl="0" indent="-317500" algn="l" rtl="0">
              <a:lnSpc>
                <a:spcPct val="115000"/>
              </a:lnSpc>
              <a:spcBef>
                <a:spcPts val="0"/>
              </a:spcBef>
              <a:spcAft>
                <a:spcPts val="0"/>
              </a:spcAft>
              <a:buClr>
                <a:schemeClr val="dk2"/>
              </a:buClr>
              <a:buSzPts val="1400"/>
              <a:buChar char="●"/>
            </a:pPr>
            <a:r>
              <a:rPr lang="en" b="1" dirty="0">
                <a:solidFill>
                  <a:schemeClr val="dk2"/>
                </a:solidFill>
                <a:latin typeface="Montserrat"/>
                <a:ea typeface="Montserrat"/>
                <a:cs typeface="Montserrat"/>
                <a:sym typeface="Montserrat"/>
              </a:rPr>
              <a:t>En résumé</a:t>
            </a:r>
            <a:r>
              <a:rPr lang="en" dirty="0">
                <a:solidFill>
                  <a:schemeClr val="dk2"/>
                </a:solidFill>
                <a:latin typeface="Montserrat"/>
                <a:ea typeface="Montserrat"/>
                <a:cs typeface="Montserrat"/>
                <a:sym typeface="Montserrat"/>
              </a:rPr>
              <a:t> :</a:t>
            </a:r>
            <a:endParaRPr dirty="0">
              <a:solidFill>
                <a:schemeClr val="dk2"/>
              </a:solidFill>
              <a:latin typeface="Montserrat"/>
              <a:ea typeface="Montserrat"/>
              <a:cs typeface="Montserrat"/>
              <a:sym typeface="Montserrat"/>
            </a:endParaRPr>
          </a:p>
          <a:p>
            <a:pPr marL="914400" lvl="1" indent="-317500" algn="l" rtl="0">
              <a:lnSpc>
                <a:spcPct val="115000"/>
              </a:lnSpc>
              <a:spcBef>
                <a:spcPts val="0"/>
              </a:spcBef>
              <a:spcAft>
                <a:spcPts val="0"/>
              </a:spcAft>
              <a:buClr>
                <a:schemeClr val="dk1"/>
              </a:buClr>
              <a:buSzPts val="1400"/>
              <a:buFont typeface="Montserrat"/>
              <a:buChar char="○"/>
            </a:pPr>
            <a:r>
              <a:rPr lang="en" dirty="0">
                <a:solidFill>
                  <a:schemeClr val="dk1"/>
                </a:solidFill>
                <a:latin typeface="Montserrat"/>
                <a:ea typeface="Montserrat"/>
                <a:cs typeface="Montserrat"/>
                <a:sym typeface="Montserrat"/>
              </a:rPr>
              <a:t>La statistique inférentielle répond à la question « Que pouvons-nous conclure sur la population à partir de l'échantillon ? »</a:t>
            </a:r>
            <a:endParaRPr b="1" dirty="0">
              <a:solidFill>
                <a:schemeClr val="dk1"/>
              </a:solidFill>
              <a:latin typeface="Montserrat"/>
              <a:ea typeface="Montserrat"/>
              <a:cs typeface="Montserrat"/>
              <a:sym typeface="Montserrat"/>
            </a:endParaRPr>
          </a:p>
          <a:p>
            <a:pPr marL="914400" lvl="0" indent="0" algn="l" rtl="0">
              <a:lnSpc>
                <a:spcPct val="115000"/>
              </a:lnSpc>
              <a:spcBef>
                <a:spcPts val="1200"/>
              </a:spcBef>
              <a:spcAft>
                <a:spcPts val="1200"/>
              </a:spcAft>
              <a:buNone/>
            </a:pPr>
            <a:endParaRPr b="1" dirty="0">
              <a:solidFill>
                <a:schemeClr val="dk2"/>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77"/>
          <p:cNvSpPr txBox="1">
            <a:spLocks noGrp="1"/>
          </p:cNvSpPr>
          <p:nvPr>
            <p:ph type="title"/>
          </p:nvPr>
        </p:nvSpPr>
        <p:spPr>
          <a:xfrm>
            <a:off x="536575" y="85275"/>
            <a:ext cx="8201400" cy="3936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sz="2000"/>
              <a:t>E. Différence entre les deux approches</a:t>
            </a:r>
            <a:endParaRPr sz="2000"/>
          </a:p>
          <a:p>
            <a:pPr marL="0" lvl="0" indent="0" algn="l" rtl="0">
              <a:lnSpc>
                <a:spcPct val="115000"/>
              </a:lnSpc>
              <a:spcBef>
                <a:spcPts val="0"/>
              </a:spcBef>
              <a:spcAft>
                <a:spcPts val="0"/>
              </a:spcAft>
              <a:buNone/>
            </a:pPr>
            <a:endParaRPr sz="2000"/>
          </a:p>
          <a:p>
            <a:pPr marL="457200" lvl="0" indent="0" algn="l" rtl="0">
              <a:spcBef>
                <a:spcPts val="0"/>
              </a:spcBef>
              <a:spcAft>
                <a:spcPts val="0"/>
              </a:spcAft>
              <a:buNone/>
            </a:pPr>
            <a:endParaRPr sz="2000"/>
          </a:p>
        </p:txBody>
      </p:sp>
      <p:sp>
        <p:nvSpPr>
          <p:cNvPr id="553" name="Google Shape;553;p77"/>
          <p:cNvSpPr txBox="1">
            <a:spLocks noGrp="1"/>
          </p:cNvSpPr>
          <p:nvPr>
            <p:ph type="subTitle" idx="4294967295"/>
          </p:nvPr>
        </p:nvSpPr>
        <p:spPr>
          <a:xfrm>
            <a:off x="1900000" y="2411175"/>
            <a:ext cx="6639600" cy="667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chemeClr val="lt1"/>
                </a:solidFill>
              </a:rPr>
              <a:t>Démo de visualisation de relief avec GRASS GIS</a:t>
            </a:r>
            <a:endParaRPr b="1">
              <a:solidFill>
                <a:schemeClr val="lt1"/>
              </a:solidFill>
            </a:endParaRPr>
          </a:p>
        </p:txBody>
      </p:sp>
      <p:sp>
        <p:nvSpPr>
          <p:cNvPr id="554" name="Google Shape;554;p7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38</a:t>
            </a:fld>
            <a:endParaRPr>
              <a:solidFill>
                <a:schemeClr val="lt1"/>
              </a:solidFill>
            </a:endParaRPr>
          </a:p>
        </p:txBody>
      </p:sp>
      <p:sp>
        <p:nvSpPr>
          <p:cNvPr id="555" name="Google Shape;555;p77"/>
          <p:cNvSpPr txBox="1"/>
          <p:nvPr/>
        </p:nvSpPr>
        <p:spPr>
          <a:xfrm>
            <a:off x="316500" y="569550"/>
            <a:ext cx="8789100" cy="3636900"/>
          </a:xfrm>
          <a:prstGeom prst="rect">
            <a:avLst/>
          </a:prstGeom>
          <a:noFill/>
          <a:ln>
            <a:noFill/>
          </a:ln>
        </p:spPr>
        <p:txBody>
          <a:bodyPr spcFirstLastPara="1" wrap="square" lIns="91425" tIns="91425" rIns="91425" bIns="91425" anchor="t" anchorCtr="0">
            <a:noAutofit/>
          </a:bodyPr>
          <a:lstStyle/>
          <a:p>
            <a:pPr marL="457200" lvl="0" indent="-323850" algn="l" rtl="0">
              <a:lnSpc>
                <a:spcPct val="150000"/>
              </a:lnSpc>
              <a:spcBef>
                <a:spcPts val="1200"/>
              </a:spcBef>
              <a:spcAft>
                <a:spcPts val="0"/>
              </a:spcAft>
              <a:buClr>
                <a:schemeClr val="dk2"/>
              </a:buClr>
              <a:buSzPts val="1500"/>
              <a:buFont typeface="Montserrat"/>
              <a:buChar char="➢"/>
            </a:pPr>
            <a:r>
              <a:rPr lang="en" sz="1500" b="1">
                <a:solidFill>
                  <a:schemeClr val="dk2"/>
                </a:solidFill>
                <a:latin typeface="Montserrat"/>
                <a:ea typeface="Montserrat"/>
                <a:cs typeface="Montserrat"/>
                <a:sym typeface="Montserrat"/>
              </a:rPr>
              <a:t>Différences clés</a:t>
            </a:r>
            <a:endParaRPr sz="1500" b="1">
              <a:solidFill>
                <a:schemeClr val="dk2"/>
              </a:solidFill>
              <a:latin typeface="Montserrat"/>
              <a:ea typeface="Montserrat"/>
              <a:cs typeface="Montserrat"/>
              <a:sym typeface="Montserrat"/>
            </a:endParaRPr>
          </a:p>
          <a:p>
            <a:pPr marL="457200" lvl="0" indent="-323850" algn="l" rtl="0">
              <a:lnSpc>
                <a:spcPct val="150000"/>
              </a:lnSpc>
              <a:spcBef>
                <a:spcPts val="0"/>
              </a:spcBef>
              <a:spcAft>
                <a:spcPts val="0"/>
              </a:spcAft>
              <a:buClr>
                <a:schemeClr val="dk1"/>
              </a:buClr>
              <a:buSzPts val="1500"/>
              <a:buFont typeface="Montserrat"/>
              <a:buChar char="●"/>
            </a:pPr>
            <a:r>
              <a:rPr lang="en" sz="1500">
                <a:solidFill>
                  <a:schemeClr val="dk1"/>
                </a:solidFill>
                <a:latin typeface="Montserrat"/>
                <a:ea typeface="Montserrat"/>
                <a:cs typeface="Montserrat"/>
                <a:sym typeface="Montserrat"/>
              </a:rPr>
              <a:t>La statistique descriptive se concentre sur la description des données, tandis que la statistique inférentielle se concentre sur la généralisation des résultats.</a:t>
            </a:r>
            <a:endParaRPr sz="150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sz="1500">
              <a:solidFill>
                <a:schemeClr val="dk1"/>
              </a:solidFill>
              <a:latin typeface="Montserrat"/>
              <a:ea typeface="Montserrat"/>
              <a:cs typeface="Montserrat"/>
              <a:sym typeface="Montserrat"/>
            </a:endParaRPr>
          </a:p>
          <a:p>
            <a:pPr marL="457200" lvl="0" indent="-323850" algn="l" rtl="0">
              <a:lnSpc>
                <a:spcPct val="115000"/>
              </a:lnSpc>
              <a:spcBef>
                <a:spcPts val="1200"/>
              </a:spcBef>
              <a:spcAft>
                <a:spcPts val="0"/>
              </a:spcAft>
              <a:buClr>
                <a:schemeClr val="dk1"/>
              </a:buClr>
              <a:buSzPts val="1500"/>
              <a:buFont typeface="Montserrat"/>
              <a:buChar char="●"/>
            </a:pPr>
            <a:r>
              <a:rPr lang="en" sz="1500">
                <a:solidFill>
                  <a:schemeClr val="dk1"/>
                </a:solidFill>
                <a:latin typeface="Montserrat"/>
                <a:ea typeface="Montserrat"/>
                <a:cs typeface="Montserrat"/>
                <a:sym typeface="Montserrat"/>
              </a:rPr>
              <a:t>La statistique descriptive utilise des mesures de résumé, tandis que la statistique inférentielle utilise des techniques d'estimation et de test.</a:t>
            </a:r>
            <a:endParaRPr sz="1500">
              <a:solidFill>
                <a:schemeClr val="dk1"/>
              </a:solidFill>
              <a:latin typeface="Montserrat"/>
              <a:ea typeface="Montserrat"/>
              <a:cs typeface="Montserrat"/>
              <a:sym typeface="Montserrat"/>
            </a:endParaRPr>
          </a:p>
          <a:p>
            <a:pPr marL="457200" lvl="0" indent="0" algn="l" rtl="0">
              <a:lnSpc>
                <a:spcPct val="115000"/>
              </a:lnSpc>
              <a:spcBef>
                <a:spcPts val="1200"/>
              </a:spcBef>
              <a:spcAft>
                <a:spcPts val="0"/>
              </a:spcAft>
              <a:buNone/>
            </a:pPr>
            <a:endParaRPr sz="1500">
              <a:solidFill>
                <a:schemeClr val="dk1"/>
              </a:solidFill>
              <a:latin typeface="Montserrat"/>
              <a:ea typeface="Montserrat"/>
              <a:cs typeface="Montserrat"/>
              <a:sym typeface="Montserrat"/>
            </a:endParaRPr>
          </a:p>
          <a:p>
            <a:pPr marL="457200" lvl="0" indent="-323850" algn="l" rtl="0">
              <a:lnSpc>
                <a:spcPct val="115000"/>
              </a:lnSpc>
              <a:spcBef>
                <a:spcPts val="1200"/>
              </a:spcBef>
              <a:spcAft>
                <a:spcPts val="0"/>
              </a:spcAft>
              <a:buClr>
                <a:schemeClr val="dk1"/>
              </a:buClr>
              <a:buSzPts val="1500"/>
              <a:buFont typeface="Montserrat"/>
              <a:buChar char="●"/>
            </a:pPr>
            <a:r>
              <a:rPr lang="en" sz="1500">
                <a:solidFill>
                  <a:schemeClr val="dk1"/>
                </a:solidFill>
                <a:latin typeface="Montserrat"/>
                <a:ea typeface="Montserrat"/>
                <a:cs typeface="Montserrat"/>
                <a:sym typeface="Montserrat"/>
              </a:rPr>
              <a:t>La statistique descriptive est souvent une étape préliminaire à la statistique inférentielle.</a:t>
            </a:r>
            <a:endParaRPr sz="1500">
              <a:solidFill>
                <a:schemeClr val="dk1"/>
              </a:solidFill>
              <a:latin typeface="Montserrat"/>
              <a:ea typeface="Montserrat"/>
              <a:cs typeface="Montserrat"/>
              <a:sym typeface="Montserrat"/>
            </a:endParaRPr>
          </a:p>
          <a:p>
            <a:pPr marL="0" lvl="0" indent="0" algn="l" rtl="0">
              <a:lnSpc>
                <a:spcPct val="115000"/>
              </a:lnSpc>
              <a:spcBef>
                <a:spcPts val="1200"/>
              </a:spcBef>
              <a:spcAft>
                <a:spcPts val="0"/>
              </a:spcAft>
              <a:buClr>
                <a:schemeClr val="dk1"/>
              </a:buClr>
              <a:buSzPts val="1100"/>
              <a:buFont typeface="Arial"/>
              <a:buNone/>
            </a:pPr>
            <a:r>
              <a:rPr lang="en" sz="1500">
                <a:solidFill>
                  <a:schemeClr val="dk1"/>
                </a:solidFill>
                <a:latin typeface="Montserrat"/>
                <a:ea typeface="Montserrat"/>
                <a:cs typeface="Montserrat"/>
                <a:sym typeface="Montserrat"/>
              </a:rPr>
              <a:t>En bref, la statistique descriptive donne un aperçu des données disponibles, tandis que la statistique inférentielle permet de faire des déductions et des prédictions sur une population plus large.</a:t>
            </a:r>
            <a:endParaRPr sz="1500">
              <a:solidFill>
                <a:schemeClr val="dk1"/>
              </a:solidFill>
              <a:latin typeface="Montserrat"/>
              <a:ea typeface="Montserrat"/>
              <a:cs typeface="Montserrat"/>
              <a:sym typeface="Montserrat"/>
            </a:endParaRPr>
          </a:p>
          <a:p>
            <a:pPr marL="914400" lvl="0" indent="0" algn="l" rtl="0">
              <a:lnSpc>
                <a:spcPct val="115000"/>
              </a:lnSpc>
              <a:spcBef>
                <a:spcPts val="1200"/>
              </a:spcBef>
              <a:spcAft>
                <a:spcPts val="1200"/>
              </a:spcAft>
              <a:buNone/>
            </a:pPr>
            <a:endParaRPr sz="1500" b="1">
              <a:solidFill>
                <a:schemeClr val="dk2"/>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78"/>
          <p:cNvSpPr/>
          <p:nvPr/>
        </p:nvSpPr>
        <p:spPr>
          <a:xfrm>
            <a:off x="622300" y="241950"/>
            <a:ext cx="7455000" cy="1208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78"/>
          <p:cNvSpPr txBox="1">
            <a:spLocks noGrp="1"/>
          </p:cNvSpPr>
          <p:nvPr>
            <p:ph type="subTitle" idx="4294967295"/>
          </p:nvPr>
        </p:nvSpPr>
        <p:spPr>
          <a:xfrm>
            <a:off x="960100" y="662700"/>
            <a:ext cx="6639600" cy="667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b="1">
                <a:solidFill>
                  <a:schemeClr val="lt1"/>
                </a:solidFill>
              </a:rPr>
              <a:t>IV- CONCLUSION</a:t>
            </a:r>
            <a:endParaRPr b="1">
              <a:solidFill>
                <a:schemeClr val="lt1"/>
              </a:solidFill>
            </a:endParaRPr>
          </a:p>
        </p:txBody>
      </p:sp>
      <p:sp>
        <p:nvSpPr>
          <p:cNvPr id="562" name="Google Shape;562;p7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lt1"/>
                </a:solidFill>
              </a:rPr>
              <a:t>39</a:t>
            </a:fld>
            <a:endParaRPr>
              <a:solidFill>
                <a:schemeClr val="lt1"/>
              </a:solidFill>
            </a:endParaRPr>
          </a:p>
        </p:txBody>
      </p:sp>
      <p:sp>
        <p:nvSpPr>
          <p:cNvPr id="563" name="Google Shape;563;p78"/>
          <p:cNvSpPr txBox="1"/>
          <p:nvPr/>
        </p:nvSpPr>
        <p:spPr>
          <a:xfrm>
            <a:off x="622300" y="1907550"/>
            <a:ext cx="7269600" cy="2311500"/>
          </a:xfrm>
          <a:prstGeom prst="rect">
            <a:avLst/>
          </a:prstGeom>
          <a:noFill/>
          <a:ln>
            <a:noFill/>
          </a:ln>
        </p:spPr>
        <p:txBody>
          <a:bodyPr spcFirstLastPara="1" wrap="square" lIns="91425" tIns="91425" rIns="91425" bIns="91425" anchor="t" anchorCtr="0">
            <a:noAutofit/>
          </a:bodyPr>
          <a:lstStyle/>
          <a:p>
            <a:pPr marL="0" lvl="0" indent="457200" algn="just" rtl="0">
              <a:lnSpc>
                <a:spcPct val="115000"/>
              </a:lnSpc>
              <a:spcBef>
                <a:spcPts val="1200"/>
              </a:spcBef>
              <a:spcAft>
                <a:spcPts val="1200"/>
              </a:spcAft>
              <a:buClr>
                <a:schemeClr val="dk1"/>
              </a:buClr>
              <a:buSzPts val="1100"/>
              <a:buFont typeface="Arial"/>
              <a:buNone/>
            </a:pPr>
            <a:r>
              <a:rPr lang="en">
                <a:solidFill>
                  <a:schemeClr val="dk1"/>
                </a:solidFill>
                <a:latin typeface="Montserrat"/>
                <a:ea typeface="Montserrat"/>
                <a:cs typeface="Montserrat"/>
                <a:sym typeface="Montserrat"/>
              </a:rPr>
              <a:t>La statistique descriptive et la statistique inférentielle sont deux approches complémentaires dans l’analyse des données. La première permet de synthétiser et de visualiser les informations issues d’un ensemble de données, tandis que la seconde permet de tirer des conclusions et de faire des prédictions sur une population plus large à partir d’un échantillon. La maîtrise de ces deux branches est essentielle pour tout analyste de données, car elle offre les outils nécessaires pour comprendre les tendances passées, identifier les relations entre les variables et prendre des décisions éclairées.</a:t>
            </a:r>
            <a:endParaRPr>
              <a:solidFill>
                <a:schemeClr val="dk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nagement Consulting Toolkit by Slidesgo">
  <a:themeElements>
    <a:clrScheme name="Simple Light">
      <a:dk1>
        <a:srgbClr val="000000"/>
      </a:dk1>
      <a:lt1>
        <a:srgbClr val="FFFFFF"/>
      </a:lt1>
      <a:dk2>
        <a:srgbClr val="0E835C"/>
      </a:dk2>
      <a:lt2>
        <a:srgbClr val="EFEFEF"/>
      </a:lt2>
      <a:accent1>
        <a:srgbClr val="06503D"/>
      </a:accent1>
      <a:accent2>
        <a:srgbClr val="000000"/>
      </a:accent2>
      <a:accent3>
        <a:srgbClr val="0E835C"/>
      </a:accent3>
      <a:accent4>
        <a:srgbClr val="EFEFEF"/>
      </a:accent4>
      <a:accent5>
        <a:srgbClr val="06503D"/>
      </a:accent5>
      <a:accent6>
        <a:srgbClr val="000000"/>
      </a:accent6>
      <a:hlink>
        <a:srgbClr val="0A5E4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4461</Words>
  <Application>Microsoft Office PowerPoint</Application>
  <PresentationFormat>On-screen Show (16:9)</PresentationFormat>
  <Paragraphs>456</Paragraphs>
  <Slides>39</Slides>
  <Notes>39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39</vt:i4>
      </vt:variant>
    </vt:vector>
  </HeadingPairs>
  <TitlesOfParts>
    <vt:vector size="48" baseType="lpstr">
      <vt:lpstr>Arial</vt:lpstr>
      <vt:lpstr>Barlow</vt:lpstr>
      <vt:lpstr>Montserrat SemiBold</vt:lpstr>
      <vt:lpstr>Fira Sans Extra Condensed Medium</vt:lpstr>
      <vt:lpstr>Montserrat</vt:lpstr>
      <vt:lpstr>Quicksand Medium</vt:lpstr>
      <vt:lpstr>Didact Gothic</vt:lpstr>
      <vt:lpstr>Simple Light</vt:lpstr>
      <vt:lpstr>Management Consulting Toolkit by Slidesgo</vt:lpstr>
      <vt:lpstr>Définir les concepts de l’analyse exploratoire  des données</vt:lpstr>
      <vt:lpstr>Plan</vt:lpstr>
      <vt:lpstr>I-Introduction</vt:lpstr>
      <vt:lpstr> Domaine des statistiques</vt:lpstr>
      <vt:lpstr>Histoire, définition, objectifs des statistiques, données statistiques</vt:lpstr>
      <vt:lpstr>Histoire, définition, objectifs des statistiques, données statistiques</vt:lpstr>
      <vt:lpstr>Histoire, définition, objectifs des statistiques, données statistiques</vt:lpstr>
      <vt:lpstr>Histoire, définition, objectifs des statistiques, données statistiques</vt:lpstr>
      <vt:lpstr>B.  Éléments statistiques, terminologie et notation standard    </vt:lpstr>
      <vt:lpstr>B.  Éléments statistiques, terminologie et notation standard    </vt:lpstr>
      <vt:lpstr>B.  Éléments statistiques, terminologie et notation standard    </vt:lpstr>
      <vt:lpstr>C. Variables, données statistiques, tableaux, effectifs</vt:lpstr>
      <vt:lpstr>C. Variables, données statistiques, tableaux, effectifs</vt:lpstr>
      <vt:lpstr>C. Variables, données statistiques, tableaux, effectifs</vt:lpstr>
      <vt:lpstr>C. Variables, données statistiques, tableaux, effectifs</vt:lpstr>
      <vt:lpstr>D. Probabilités et variables aléatoires  </vt:lpstr>
      <vt:lpstr>D. Probabilités et variables aléatoires  </vt:lpstr>
      <vt:lpstr>D. Probabilités et variables aléatoires  </vt:lpstr>
      <vt:lpstr>D. Probabilités et variables aléatoires  </vt:lpstr>
      <vt:lpstr>E- Algèbre linéaire de base  </vt:lpstr>
      <vt:lpstr>E- Algèbre linéaire de base  </vt:lpstr>
      <vt:lpstr>E- Algèbre linéaire de base  </vt:lpstr>
      <vt:lpstr>E- Algèbre linéaire de base  </vt:lpstr>
      <vt:lpstr>F. Contexte et cas d'utilisation</vt:lpstr>
      <vt:lpstr>F. Contexte et cas d'utilisation</vt:lpstr>
      <vt:lpstr>F. Contexte et cas d'utilisation</vt:lpstr>
      <vt:lpstr>III- Statistique descriptive et inférentielle  </vt:lpstr>
      <vt:lpstr>Définition</vt:lpstr>
      <vt:lpstr>B. Caractéristiques des deux approches</vt:lpstr>
      <vt:lpstr>C. Notion de base : distribution, lois usuelles, probabilités, convergences, estimation  </vt:lpstr>
      <vt:lpstr>C. Notion de base : distribution, lois usuelles, probabilités, convergences, estimation  </vt:lpstr>
      <vt:lpstr>C. Notion de base : distribution, lois usuelles, probabilités, convergences, estimation  </vt:lpstr>
      <vt:lpstr>C. Notion de base : distribution, lois usuelles, probabilités, convergences, estimation  </vt:lpstr>
      <vt:lpstr>D.Notion de Tests d’hypothèse  </vt:lpstr>
      <vt:lpstr>D.Notion de Tests d’hypothèse  </vt:lpstr>
      <vt:lpstr>E. Différence entre les deux approches  </vt:lpstr>
      <vt:lpstr>E. Différence entre les deux approches  </vt:lpstr>
      <vt:lpstr>E. Différence entre les deux approches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Komi Sodoké</cp:lastModifiedBy>
  <cp:revision>2</cp:revision>
  <dcterms:modified xsi:type="dcterms:W3CDTF">2025-03-27T23:10:50Z</dcterms:modified>
</cp:coreProperties>
</file>