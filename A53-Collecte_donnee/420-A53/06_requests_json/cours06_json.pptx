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pXVB1YZ59XOenElwh9TN2InjE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customschemas.google.com/relationships/presentationmetadata" Target="meta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CA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e de titre" showMasterSp="0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/>
        </p:nvSpPr>
        <p:spPr>
          <a:xfrm>
            <a:off x="0" y="6496050"/>
            <a:ext cx="9144000" cy="363537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 txBox="1"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fr-CA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" name="Google Shape;12;p10"/>
          <p:cNvSpPr txBox="1"/>
          <p:nvPr/>
        </p:nvSpPr>
        <p:spPr>
          <a:xfrm>
            <a:off x="481012" y="6464300"/>
            <a:ext cx="86629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None/>
            </a:pPr>
            <a:r>
              <a:rPr b="0" i="0" lang="fr-CA" sz="16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*    </a:t>
            </a:r>
            <a:r>
              <a:rPr b="1" i="0" lang="fr-CA" sz="160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Collecte de données Hafed Benteftifa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1">
            <a:alphaModFix/>
          </a:blip>
          <a:srcRect b="15789" l="12448" r="5743" t="10527"/>
          <a:stretch/>
        </p:blipFill>
        <p:spPr>
          <a:xfrm>
            <a:off x="207962" y="228600"/>
            <a:ext cx="4953000" cy="15065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/>
        </p:nvSpPr>
        <p:spPr>
          <a:xfrm>
            <a:off x="0" y="6496050"/>
            <a:ext cx="9144000" cy="363537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2"/>
          <p:cNvSpPr txBox="1"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fr-CA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" name="Google Shape;20;p12"/>
          <p:cNvSpPr txBox="1"/>
          <p:nvPr/>
        </p:nvSpPr>
        <p:spPr>
          <a:xfrm>
            <a:off x="481012" y="6464300"/>
            <a:ext cx="86629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None/>
            </a:pPr>
            <a:r>
              <a:rPr b="0" i="0" lang="fr-CA" sz="1600" u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*    </a:t>
            </a:r>
            <a:r>
              <a:rPr b="1" i="0" lang="fr-CA" sz="160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Collecte de données Hafed Benteftifa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i="0" lang="fr-CA" sz="4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/>
          </a:p>
        </p:txBody>
      </p:sp>
      <p:sp>
        <p:nvSpPr>
          <p:cNvPr id="47" name="Google Shape;47;p2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d'un fichier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Sauvegarder d'un fichier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Sauvegarde du contenu d'un objet dans un format JSON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fr-CA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 JSON</a:t>
            </a:r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141287" y="893762"/>
            <a:ext cx="8839200" cy="521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7625" lvl="0" marL="47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JSON: JavaScript Object Notation</a:t>
            </a:r>
            <a:endParaRPr/>
          </a:p>
          <a:p>
            <a:pPr indent="-47625" lvl="0" marL="47625" marR="0" rtl="0"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Initialement créé pour la sérialisation et l’échange d’objets  JavaScript</a:t>
            </a:r>
            <a:endParaRPr/>
          </a:p>
          <a:p>
            <a:pPr indent="-47625" lvl="0" marL="476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pour l’échange de données semi-structurées et structurées</a:t>
            </a:r>
            <a:endParaRPr/>
          </a:p>
          <a:p>
            <a:pPr indent="-47625" lvl="0" marL="47625" marR="0" rtl="0"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texte indépendant du langage de programmation  utilisé pour le manipuler.</a:t>
            </a:r>
            <a:endParaRPr/>
          </a:p>
          <a:p>
            <a:pPr indent="-47625" lvl="0" marL="476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Assez proche du XML dans sa manière de représenter le data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0725" y="1301750"/>
            <a:ext cx="2168525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0437" y="2746375"/>
            <a:ext cx="1900237" cy="23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3081337"/>
            <a:ext cx="1577975" cy="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JSON</a:t>
            </a:r>
            <a:endParaRPr/>
          </a:p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6225" lvl="0" marL="288925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document JSON ne comprend que deux éléments structurels :  des ensembles de paires clé / valeur </a:t>
            </a:r>
            <a:endParaRPr/>
          </a:p>
          <a:p>
            <a:pPr indent="-276225" lvl="0" marL="288925" marR="0" rtl="0" algn="l">
              <a:lnSpc>
                <a:spcPct val="12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Ces eléments représentent 3 types de données :</a:t>
            </a:r>
            <a:endParaRPr/>
          </a:p>
          <a:p>
            <a:pPr indent="-276225" lvl="1" marL="688975" marR="0" rtl="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fr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 objets </a:t>
            </a:r>
            <a:endParaRPr/>
          </a:p>
          <a:p>
            <a:pPr indent="-276225" lvl="1" marL="688975" marR="0" rtl="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fr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 tableaux</a:t>
            </a:r>
            <a:endParaRPr/>
          </a:p>
          <a:p>
            <a:pPr indent="-276225" lvl="1" marL="688975" marR="0" rtl="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fr-CA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 valeurs de type  booléen,  nombre, chaine ou null.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 de base d'un objet JSON</a:t>
            </a:r>
            <a:endParaRPr/>
          </a:p>
        </p:txBody>
      </p:sp>
      <p:sp>
        <p:nvSpPr>
          <p:cNvPr id="69" name="Google Shape;69;p5"/>
          <p:cNvSpPr txBox="1"/>
          <p:nvPr>
            <p:ph idx="1" type="body"/>
          </p:nvPr>
        </p:nvSpPr>
        <p:spPr>
          <a:xfrm>
            <a:off x="152400" y="3644900"/>
            <a:ext cx="8839200" cy="248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clé doit être toujours une String entre les quotes " "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valeur peut être un numérique, une chaine, une booléene, une liste ou tableau ou un autre objet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un fichier JSON, on ne peut mettre qu'un seul objet JSON</a:t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fr-CA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1460500" y="1557337"/>
            <a:ext cx="1617662" cy="3683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fr-CA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{"key": valeur}</a:t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4284662" y="844550"/>
            <a:ext cx="4103687" cy="280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CA" sz="1600" u="non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"marque"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fr-CA" sz="1600" u="non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"Nissan"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b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CA" sz="1600" u="non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"accessoires"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b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fr-CA" sz="1600" u="non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"toit_ouvrant"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fr-CA" sz="1600" u="non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br>
              <a:rPr b="1" i="0" lang="fr-CA" sz="1600" u="non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CA" sz="1600" u="non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b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CA" sz="1600" u="non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"transmission"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fr-CA" sz="1600" u="non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"automatique"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b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CA" sz="1600" u="non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"porte"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fr-CA" sz="1600" u="non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b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CA" sz="1600" u="non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"modele"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fr-CA" sz="1600" u="non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"Versa"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b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fr-CA" sz="1600" u="non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"couleur"</a:t>
            </a: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fr-CA" sz="1600" u="non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"orange"</a:t>
            </a:r>
            <a:br>
              <a:rPr b="1" i="0" lang="fr-CA" sz="1600" u="non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CA" sz="16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Sauvegarde du contenu d'objet</a:t>
            </a:r>
            <a:endParaRPr/>
          </a:p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aller chercher le contenu d'un objet et le sauvegarder dans un fichier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Utiliser la fonction </a:t>
            </a:r>
            <a:r>
              <a:rPr b="1" i="0" lang="fr-CA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vars() </a:t>
            </a:r>
            <a:r>
              <a:rPr b="1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lui passer l'objet en paramètre</a:t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fr-CA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sur réseau</a:t>
            </a:r>
            <a:endParaRPr/>
          </a:p>
        </p:txBody>
      </p:sp>
      <p:sp>
        <p:nvSpPr>
          <p:cNvPr id="85" name="Google Shape;85;p7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être amené à récupérer un fichier JSON à travers HTTP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certain nombre de modules sont disponibles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urllib</a:t>
            </a:r>
            <a:r>
              <a:rPr b="1" lang="fr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httplib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httplib</a:t>
            </a:r>
            <a:r>
              <a:rPr b="1" lang="fr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pycurl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fr-CA" sz="2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requests</a:t>
            </a:r>
            <a:endParaRPr b="1" i="0" sz="24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i="0" lang="fr-CA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Installer les modules selon le besoin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1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exemple: </a:t>
            </a:r>
            <a:r>
              <a:rPr b="0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 install requests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sous pycharm, utiliser l'installeur</a:t>
            </a:r>
            <a:endParaRPr/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fr-CA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requests</a:t>
            </a:r>
            <a:endParaRPr/>
          </a:p>
        </p:txBody>
      </p:sp>
      <p:sp>
        <p:nvSpPr>
          <p:cNvPr id="92" name="Google Shape;92;p8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Assez convivial dans son utilisation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bon nombre de fonctions disponibles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get(): permet la connexion et d'obtenir le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fr-CA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json(): effectue le parsing JSON</a:t>
            </a: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fr-CA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fr-CA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99" name="Google Shape;99;p9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 passé en revue dans ce cours les points suivants: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d'un fichier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Sauvegarder d'un fichier JSON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fr-CA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Sauvegarde du contenu d'un objet dans un format JSON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fr-CA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2009-08-09T23:13:18Z</dcterms:created>
  <dc:creator>HafedB</dc:creator>
</cp:coreProperties>
</file>