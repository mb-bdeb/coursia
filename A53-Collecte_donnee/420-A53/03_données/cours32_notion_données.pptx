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88" r:id="rId4"/>
    <p:sldId id="287" r:id="rId5"/>
    <p:sldId id="258" r:id="rId6"/>
    <p:sldId id="286" r:id="rId7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2A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charset="0"/>
              <a:buNone/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200">
                <a:solidFill>
                  <a:srgbClr val="000000"/>
                </a:solidFill>
              </a:defRPr>
            </a:lvl1pPr>
          </a:lstStyle>
          <a:p>
            <a:fld id="{2937C269-7B56-47DC-8C2E-DBAAB0C6B65E}" type="slidenum">
              <a:rPr lang="fr-CA" altLang="fr-FR"/>
              <a:pPr/>
              <a:t>‹#›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3922021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CA" altLang="fr-FR"/>
          </a:p>
        </p:txBody>
      </p:sp>
      <p:sp>
        <p:nvSpPr>
          <p:cNvPr id="2051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fr-CA" altLang="fr-FR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6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8825" cy="34258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fld id="{D12B0098-AAAC-4875-B7C9-B49BED0239D3}" type="slidenum">
              <a:rPr lang="en-GB" altLang="fr-FR"/>
              <a:pPr/>
              <a:t>‹#›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39533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B4DEFBD-F7F1-427A-9817-B5AFDF69D65B}" type="slidenum">
              <a:rPr lang="en-GB" altLang="fr-FR">
                <a:solidFill>
                  <a:srgbClr val="000000"/>
                </a:solidFill>
              </a:rPr>
              <a:pPr/>
              <a:t>1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16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106801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B8FBCD9-D344-4E6F-A865-66CB370894BE}" type="slidenum">
              <a:rPr lang="en-GB" altLang="fr-FR">
                <a:solidFill>
                  <a:srgbClr val="000000"/>
                </a:solidFill>
              </a:rPr>
              <a:pPr/>
              <a:t>2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3967628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1170119-098F-44D0-AD0C-853CA3552ED0}" type="slidenum">
              <a:rPr lang="en-GB" altLang="fr-FR">
                <a:solidFill>
                  <a:srgbClr val="000000"/>
                </a:solidFill>
              </a:rPr>
              <a:pPr/>
              <a:t>5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1843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542787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B2C98DB-C35B-43A0-9B6F-7A89EEF04D59}" type="slidenum">
              <a:rPr lang="en-GB" altLang="fr-FR">
                <a:solidFill>
                  <a:srgbClr val="000000"/>
                </a:solidFill>
              </a:rPr>
              <a:pPr/>
              <a:t>6</a:t>
            </a:fld>
            <a:endParaRPr lang="en-GB" altLang="fr-FR">
              <a:solidFill>
                <a:srgbClr val="000000"/>
              </a:solidFill>
            </a:endParaRPr>
          </a:p>
        </p:txBody>
      </p:sp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fr-CA" altLang="fr-FR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481642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  <a:latin typeface="Segoe UI Semibold" pitchFamily="34" charset="0"/>
              </a:defRPr>
            </a:lvl1pPr>
          </a:lstStyle>
          <a:p>
            <a:r>
              <a:rPr lang="fr-FR"/>
              <a:t>Cliquez pour modifier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Light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5967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rgbClr val="FF0000"/>
                </a:solidFill>
                <a:latin typeface="Segoe UI Semibold" pitchFamily="34" charset="0"/>
              </a:defRPr>
            </a:lvl1pPr>
          </a:lstStyle>
          <a:p>
            <a:r>
              <a:rPr lang="fr-FR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FontTx/>
              <a:buBlip>
                <a:blip r:embed="rId2"/>
              </a:buBlip>
              <a:defRPr sz="2800">
                <a:latin typeface="Segoe UI Light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Segoe UI Light" pitchFamily="34" charset="0"/>
              </a:defRPr>
            </a:lvl2pPr>
            <a:lvl3pPr>
              <a:defRPr sz="2000"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6318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7482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021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337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36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r" defTabSz="762000">
              <a:defRPr/>
            </a:pPr>
            <a:endParaRPr lang="fr-FR"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0" y="6524625"/>
            <a:ext cx="1093589" cy="3359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>
            <a:lvl1pPr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52179E-84A3-476C-984C-88492F437800}" type="slidenum">
              <a:rPr lang="fr-FR" altLang="fr-FR" sz="1600">
                <a:solidFill>
                  <a:schemeClr val="tx1"/>
                </a:solidFill>
              </a:rPr>
              <a:pPr/>
              <a:t>‹#›</a:t>
            </a:fld>
            <a:endParaRPr lang="fr-FR" altLang="fr-FR" sz="1600" dirty="0">
              <a:solidFill>
                <a:schemeClr val="tx1"/>
              </a:solidFill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1093589" y="6464300"/>
            <a:ext cx="8662987" cy="582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762000">
              <a:defRPr/>
            </a:pPr>
            <a:fld id="{8E66BB16-E908-4DFD-9624-BF128234D38D}" type="datetime1">
              <a:rPr lang="fr-FR" sz="1600">
                <a:solidFill>
                  <a:schemeClr val="tx1"/>
                </a:solidFill>
                <a:latin typeface="Segoe UI Light" pitchFamily="34" charset="0"/>
              </a:rPr>
              <a:pPr defTabSz="762000">
                <a:defRPr/>
              </a:pPr>
              <a:t>04/06/2020</a:t>
            </a:fld>
            <a:r>
              <a:rPr lang="fr-FR" sz="1600" dirty="0">
                <a:solidFill>
                  <a:schemeClr val="tx1"/>
                </a:solidFill>
                <a:latin typeface="Segoe UI Light" pitchFamily="34" charset="0"/>
              </a:rPr>
              <a:t>    </a:t>
            </a:r>
            <a:r>
              <a:rPr lang="fr-FR" sz="1600" b="1" dirty="0">
                <a:latin typeface="Segoe UI Light" pitchFamily="34" charset="0"/>
              </a:rPr>
              <a:t>Collecte de données </a:t>
            </a:r>
            <a:r>
              <a:rPr lang="fr-FR" sz="1600" b="1" dirty="0" err="1">
                <a:latin typeface="Segoe UI Light" pitchFamily="34" charset="0"/>
              </a:rPr>
              <a:t>Hafed</a:t>
            </a:r>
            <a:r>
              <a:rPr lang="fr-FR" sz="1600" b="1" dirty="0">
                <a:latin typeface="Segoe UI Light" pitchFamily="34" charset="0"/>
              </a:rPr>
              <a:t> Benteftifa</a:t>
            </a:r>
          </a:p>
          <a:p>
            <a:pPr algn="r" defTabSz="762000">
              <a:defRPr/>
            </a:pPr>
            <a:endParaRPr lang="fr-FR" sz="1600" b="1" dirty="0">
              <a:latin typeface="Segoe UI Light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7" r:id="rId2"/>
    <p:sldLayoutId id="2147483678" r:id="rId3"/>
    <p:sldLayoutId id="2147483679" r:id="rId4"/>
    <p:sldLayoutId id="2147483680" r:id="rId5"/>
    <p:sldLayoutId id="2147483681" r:id="rId6"/>
  </p:sldLayoutIdLst>
  <p:txStyles>
    <p:titleStyle>
      <a:lvl1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fontAlgn="base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fontAlgn="base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 dirty="0" err="1"/>
              <a:t>Données</a:t>
            </a:r>
            <a:br>
              <a:rPr lang="en-GB" altLang="fr-FR" dirty="0"/>
            </a:br>
            <a:r>
              <a:rPr lang="en-GB" altLang="fr-FR" dirty="0"/>
              <a:t>concepts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subTitle" idx="1"/>
          </p:nvPr>
        </p:nvSpPr>
        <p:spPr bwMode="auto"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buFont typeface="Calibri" panose="020F050202020403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fr-FR"/>
              <a:t>Hafed Benteftifa</a:t>
            </a:r>
          </a:p>
        </p:txBody>
      </p:sp>
    </p:spTree>
  </p:cSld>
  <p:clrMapOvr>
    <a:masterClrMapping/>
  </p:clrMapOvr>
  <p:transition advTm="18432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/>
              <a:t>Agenda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3"/>
              </a:buBlip>
            </a:pPr>
            <a:r>
              <a:rPr lang="fr-CA" altLang="fr-FR" dirty="0"/>
              <a:t>Les objectifs de cette présentation sont les suivants:</a:t>
            </a:r>
            <a:br>
              <a:rPr lang="fr-CA" altLang="fr-FR" dirty="0"/>
            </a:br>
            <a:endParaRPr lang="fr-CA" altLang="fr-FR" dirty="0"/>
          </a:p>
          <a:p>
            <a:pPr lvl="1"/>
            <a:r>
              <a:rPr lang="fr-CA" altLang="fr-FR" dirty="0"/>
              <a:t>Données brutes</a:t>
            </a:r>
          </a:p>
          <a:p>
            <a:pPr lvl="1"/>
            <a:r>
              <a:rPr lang="fr-CA" altLang="fr-FR" dirty="0"/>
              <a:t>Données traitées</a:t>
            </a:r>
          </a:p>
        </p:txBody>
      </p:sp>
    </p:spTree>
  </p:cSld>
  <p:clrMapOvr>
    <a:masterClrMapping/>
  </p:clrMapOvr>
  <p:transition advTm="604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6" dur="2000" fill="hold" masterRel="sameClick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12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Type </a:t>
            </a:r>
            <a:r>
              <a:rPr lang="fr-CA"/>
              <a:t>de données </a:t>
            </a:r>
            <a:r>
              <a:rPr lang="fr-CA" dirty="0"/>
              <a:t>|terminologie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800" dirty="0"/>
              <a:t>3 Types de données :</a:t>
            </a:r>
          </a:p>
          <a:p>
            <a:pPr lvl="1">
              <a:lnSpc>
                <a:spcPct val="90000"/>
              </a:lnSpc>
            </a:pPr>
            <a:r>
              <a:rPr lang="fr-FR" sz="2400" b="1" dirty="0"/>
              <a:t>Qualitatives - nominales: </a:t>
            </a:r>
            <a:r>
              <a:rPr lang="fr-FR" sz="2400" dirty="0"/>
              <a:t>concernent des attributs ou des caractères</a:t>
            </a:r>
          </a:p>
          <a:p>
            <a:pPr lvl="2">
              <a:lnSpc>
                <a:spcPct val="90000"/>
              </a:lnSpc>
            </a:pPr>
            <a:r>
              <a:rPr lang="fr-FR" sz="2000" dirty="0"/>
              <a:t>Exemple: couleur des cheveux, nom de pays</a:t>
            </a:r>
          </a:p>
          <a:p>
            <a:pPr lvl="1">
              <a:lnSpc>
                <a:spcPct val="90000"/>
              </a:lnSpc>
            </a:pPr>
            <a:r>
              <a:rPr lang="fr-FR" sz="2400" b="1" dirty="0"/>
              <a:t>Qualitatives - Ordinales (rang): </a:t>
            </a:r>
            <a:r>
              <a:rPr lang="fr-FR" sz="2400" dirty="0"/>
              <a:t>données qualitatives exprimant des niveaux ordonnées différents</a:t>
            </a:r>
          </a:p>
          <a:p>
            <a:pPr lvl="2">
              <a:lnSpc>
                <a:spcPct val="90000"/>
              </a:lnSpc>
            </a:pPr>
            <a:r>
              <a:rPr lang="fr-FR" sz="2000" dirty="0"/>
              <a:t>exemple: évaluation avec mention allant de très mauvaise, mauvaise, acceptable, bonne, très bonne</a:t>
            </a:r>
          </a:p>
          <a:p>
            <a:pPr lvl="1">
              <a:lnSpc>
                <a:spcPct val="90000"/>
              </a:lnSpc>
            </a:pPr>
            <a:r>
              <a:rPr lang="fr-FR" b="1" dirty="0"/>
              <a:t>Quantitatives (comptage ou mesure):</a:t>
            </a:r>
          </a:p>
          <a:p>
            <a:pPr lvl="2">
              <a:lnSpc>
                <a:spcPct val="90000"/>
              </a:lnSpc>
            </a:pPr>
            <a:r>
              <a:rPr lang="fr-FR" dirty="0"/>
              <a:t>Discrètes: </a:t>
            </a:r>
          </a:p>
          <a:p>
            <a:pPr lvl="3">
              <a:lnSpc>
                <a:spcPct val="90000"/>
              </a:lnSpc>
            </a:pPr>
            <a:r>
              <a:rPr lang="fr-FR" dirty="0"/>
              <a:t>exemple: année 1990 1992 1993, </a:t>
            </a:r>
            <a:r>
              <a:rPr lang="fr-FR" dirty="0" err="1"/>
              <a:t>age</a:t>
            </a:r>
            <a:r>
              <a:rPr lang="fr-FR" dirty="0"/>
              <a:t>: 23 24 56</a:t>
            </a:r>
          </a:p>
          <a:p>
            <a:pPr lvl="2">
              <a:lnSpc>
                <a:spcPct val="90000"/>
              </a:lnSpc>
            </a:pPr>
            <a:r>
              <a:rPr lang="fr-FR" dirty="0"/>
              <a:t>Continues.</a:t>
            </a:r>
          </a:p>
          <a:p>
            <a:pPr lvl="3">
              <a:lnSpc>
                <a:spcPct val="90000"/>
              </a:lnSpc>
            </a:pPr>
            <a:r>
              <a:rPr lang="fr-FR" dirty="0"/>
              <a:t>Exemple: salaire 2300,25 – 7800,95</a:t>
            </a:r>
          </a:p>
          <a:p>
            <a:pPr>
              <a:buNone/>
            </a:pPr>
            <a:endParaRPr lang="fr-CA" sz="2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r>
              <a:rPr lang="fr-CA"/>
              <a:t>Hafed Benteftifa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D683DC18-B635-4DE8-968F-A721382927BD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800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CA" altLang="fr-FR" dirty="0" err="1"/>
              <a:t>Données</a:t>
            </a:r>
            <a:r>
              <a:rPr lang="en-CA" altLang="fr-FR" dirty="0"/>
              <a:t> brutes</a:t>
            </a:r>
            <a:endParaRPr lang="fr-CA" altLang="fr-FR" dirty="0"/>
          </a:p>
        </p:txBody>
      </p:sp>
      <p:sp>
        <p:nvSpPr>
          <p:cNvPr id="512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152400" y="1131888"/>
            <a:ext cx="8839200" cy="2009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2"/>
              </a:buBlip>
            </a:pPr>
            <a:r>
              <a:rPr lang="en-CA" altLang="fr-FR" dirty="0" err="1"/>
              <a:t>Données</a:t>
            </a:r>
            <a:r>
              <a:rPr lang="en-CA" altLang="fr-FR" dirty="0"/>
              <a:t> </a:t>
            </a:r>
            <a:r>
              <a:rPr lang="en-CA" altLang="fr-FR" dirty="0" err="1"/>
              <a:t>obtenues</a:t>
            </a:r>
            <a:r>
              <a:rPr lang="en-CA" altLang="fr-FR" dirty="0"/>
              <a:t> suite à </a:t>
            </a:r>
            <a:r>
              <a:rPr lang="en-CA" altLang="fr-FR" dirty="0" err="1"/>
              <a:t>une</a:t>
            </a:r>
            <a:r>
              <a:rPr lang="en-CA" altLang="fr-FR" dirty="0"/>
              <a:t> </a:t>
            </a:r>
            <a:r>
              <a:rPr lang="en-CA" altLang="fr-FR" dirty="0" err="1"/>
              <a:t>collecte</a:t>
            </a:r>
            <a:endParaRPr lang="en-CA" altLang="fr-FR" dirty="0"/>
          </a:p>
          <a:p>
            <a:pPr>
              <a:buFontTx/>
              <a:buBlip>
                <a:blip r:embed="rId2"/>
              </a:buBlip>
            </a:pPr>
            <a:r>
              <a:rPr lang="en-CA" altLang="fr-FR" dirty="0" err="1"/>
              <a:t>Généralement</a:t>
            </a:r>
            <a:r>
              <a:rPr lang="en-CA" altLang="fr-FR" dirty="0"/>
              <a:t> ne </a:t>
            </a:r>
            <a:r>
              <a:rPr lang="en-CA" altLang="fr-FR" dirty="0" err="1"/>
              <a:t>sont</a:t>
            </a:r>
            <a:r>
              <a:rPr lang="en-CA" altLang="fr-FR" dirty="0"/>
              <a:t> pas </a:t>
            </a:r>
            <a:r>
              <a:rPr lang="en-CA" altLang="fr-FR" dirty="0" err="1"/>
              <a:t>appropriées</a:t>
            </a:r>
            <a:r>
              <a:rPr lang="en-CA" altLang="fr-FR" dirty="0"/>
              <a:t> pour </a:t>
            </a:r>
            <a:r>
              <a:rPr lang="en-CA" altLang="fr-FR" dirty="0" err="1"/>
              <a:t>l'analyse</a:t>
            </a:r>
            <a:r>
              <a:rPr lang="en-CA" altLang="fr-FR" dirty="0"/>
              <a:t> dans un </a:t>
            </a:r>
            <a:r>
              <a:rPr lang="en-CA" altLang="fr-FR" dirty="0" err="1"/>
              <a:t>processus</a:t>
            </a:r>
            <a:r>
              <a:rPr lang="en-CA" altLang="fr-FR" dirty="0"/>
              <a:t> ML </a:t>
            </a:r>
            <a:r>
              <a:rPr lang="en-CA" altLang="fr-FR" dirty="0" err="1"/>
              <a:t>ou</a:t>
            </a:r>
            <a:r>
              <a:rPr lang="en-CA" altLang="fr-FR" dirty="0"/>
              <a:t> IA</a:t>
            </a:r>
          </a:p>
          <a:p>
            <a:pPr>
              <a:buFontTx/>
              <a:buBlip>
                <a:blip r:embed="rId2"/>
              </a:buBlip>
            </a:pPr>
            <a:r>
              <a:rPr lang="en-CA" altLang="fr-FR" dirty="0" err="1"/>
              <a:t>Généralement</a:t>
            </a:r>
            <a:r>
              <a:rPr lang="en-CA" altLang="fr-FR" dirty="0"/>
              <a:t> sera </a:t>
            </a:r>
            <a:r>
              <a:rPr lang="en-CA" altLang="fr-FR" dirty="0" err="1"/>
              <a:t>une</a:t>
            </a:r>
            <a:r>
              <a:rPr lang="en-CA" altLang="fr-FR" dirty="0"/>
              <a:t> entrée pour le </a:t>
            </a:r>
            <a:r>
              <a:rPr lang="en-CA" altLang="fr-FR" dirty="0" err="1"/>
              <a:t>processus</a:t>
            </a:r>
            <a:r>
              <a:rPr lang="en-CA" altLang="fr-FR" dirty="0"/>
              <a:t> </a:t>
            </a:r>
            <a:r>
              <a:rPr lang="en-CA" altLang="fr-FR" dirty="0" err="1"/>
              <a:t>d'exploration</a:t>
            </a:r>
            <a:r>
              <a:rPr lang="en-CA" altLang="fr-FR" dirty="0"/>
              <a:t> et de </a:t>
            </a:r>
            <a:r>
              <a:rPr lang="en-CA" altLang="fr-FR" dirty="0" err="1"/>
              <a:t>pretraitement</a:t>
            </a:r>
            <a:endParaRPr lang="fr-CA" alt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altLang="fr-FR" dirty="0"/>
              <a:t>Données traitées</a:t>
            </a:r>
            <a:br>
              <a:rPr lang="fr-CA" altLang="fr-FR" dirty="0"/>
            </a:br>
            <a:br>
              <a:rPr lang="fr-CA" altLang="fr-FR" dirty="0"/>
            </a:br>
            <a:endParaRPr lang="fr-CA" altLang="fr-FR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52400" y="1131888"/>
            <a:ext cx="8839200" cy="2081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Tx/>
              <a:buBlip>
                <a:blip r:embed="rId3"/>
              </a:buBlip>
              <a:tabLst>
                <a:tab pos="3884613" algn="l"/>
              </a:tabLst>
            </a:pPr>
            <a:r>
              <a:rPr lang="en-US" altLang="fr-FR" dirty="0" err="1"/>
              <a:t>Données</a:t>
            </a:r>
            <a:r>
              <a:rPr lang="en-US" altLang="fr-FR" dirty="0"/>
              <a:t> qui </a:t>
            </a:r>
            <a:r>
              <a:rPr lang="en-US" altLang="fr-FR" dirty="0" err="1"/>
              <a:t>sont</a:t>
            </a:r>
            <a:r>
              <a:rPr lang="en-US" altLang="fr-FR" dirty="0"/>
              <a:t> </a:t>
            </a:r>
            <a:r>
              <a:rPr lang="en-US" altLang="fr-FR" dirty="0" err="1"/>
              <a:t>passées</a:t>
            </a:r>
            <a:r>
              <a:rPr lang="en-US" altLang="fr-FR" dirty="0"/>
              <a:t> par un </a:t>
            </a:r>
            <a:r>
              <a:rPr lang="en-US" altLang="fr-FR" dirty="0" err="1"/>
              <a:t>processus</a:t>
            </a:r>
            <a:r>
              <a:rPr lang="en-US" altLang="fr-FR" dirty="0"/>
              <a:t> de </a:t>
            </a:r>
            <a:r>
              <a:rPr lang="en-US" altLang="fr-FR" dirty="0" err="1"/>
              <a:t>traitement</a:t>
            </a:r>
            <a:endParaRPr lang="en-US" altLang="fr-FR" dirty="0"/>
          </a:p>
          <a:p>
            <a:pPr>
              <a:lnSpc>
                <a:spcPct val="90000"/>
              </a:lnSpc>
              <a:buFontTx/>
              <a:buBlip>
                <a:blip r:embed="rId3"/>
              </a:buBlip>
              <a:tabLst>
                <a:tab pos="3884613" algn="l"/>
              </a:tabLst>
            </a:pPr>
            <a:r>
              <a:rPr lang="en-US" altLang="fr-FR" dirty="0"/>
              <a:t>Les </a:t>
            </a:r>
            <a:r>
              <a:rPr lang="en-US" altLang="fr-FR" dirty="0" err="1"/>
              <a:t>traitements</a:t>
            </a:r>
            <a:r>
              <a:rPr lang="en-US" altLang="fr-FR" dirty="0"/>
              <a:t> </a:t>
            </a:r>
            <a:r>
              <a:rPr lang="en-US" altLang="fr-FR" dirty="0" err="1"/>
              <a:t>peuvent</a:t>
            </a:r>
            <a:r>
              <a:rPr lang="en-US" altLang="fr-FR" dirty="0"/>
              <a:t> </a:t>
            </a:r>
            <a:r>
              <a:rPr lang="en-US" altLang="fr-FR" dirty="0" err="1"/>
              <a:t>être</a:t>
            </a:r>
            <a:r>
              <a:rPr lang="en-US" altLang="fr-FR" dirty="0"/>
              <a:t> des jointures, </a:t>
            </a:r>
            <a:r>
              <a:rPr lang="en-US" altLang="fr-FR" dirty="0" err="1"/>
              <a:t>nettoyage</a:t>
            </a:r>
            <a:r>
              <a:rPr lang="en-US" altLang="fr-FR" dirty="0"/>
              <a:t>, extraction, etc.</a:t>
            </a:r>
          </a:p>
          <a:p>
            <a:pPr>
              <a:lnSpc>
                <a:spcPct val="90000"/>
              </a:lnSpc>
              <a:buFontTx/>
              <a:buBlip>
                <a:blip r:embed="rId3"/>
              </a:buBlip>
              <a:tabLst>
                <a:tab pos="3884613" algn="l"/>
              </a:tabLst>
            </a:pPr>
            <a:r>
              <a:rPr lang="en-US" altLang="fr-FR" dirty="0"/>
              <a:t>Des </a:t>
            </a:r>
            <a:r>
              <a:rPr lang="en-US" altLang="fr-FR" dirty="0" err="1"/>
              <a:t>règles</a:t>
            </a:r>
            <a:r>
              <a:rPr lang="en-US" altLang="fr-FR" dirty="0"/>
              <a:t> et </a:t>
            </a:r>
            <a:r>
              <a:rPr lang="en-US" altLang="fr-FR" dirty="0" err="1"/>
              <a:t>normes</a:t>
            </a:r>
            <a:r>
              <a:rPr lang="en-US" altLang="fr-FR" dirty="0"/>
              <a:t> </a:t>
            </a:r>
            <a:r>
              <a:rPr lang="en-US" altLang="fr-FR" dirty="0" err="1"/>
              <a:t>peuvent</a:t>
            </a:r>
            <a:r>
              <a:rPr lang="en-US" altLang="fr-FR" dirty="0"/>
              <a:t> </a:t>
            </a:r>
            <a:r>
              <a:rPr lang="en-US" altLang="fr-FR" dirty="0" err="1"/>
              <a:t>etre</a:t>
            </a:r>
            <a:r>
              <a:rPr lang="en-US" altLang="fr-FR" dirty="0"/>
              <a:t> </a:t>
            </a:r>
            <a:r>
              <a:rPr lang="en-US" altLang="fr-FR" dirty="0" err="1"/>
              <a:t>utilisées</a:t>
            </a:r>
            <a:r>
              <a:rPr lang="en-US" altLang="fr-FR" dirty="0"/>
              <a:t> pour </a:t>
            </a:r>
            <a:r>
              <a:rPr lang="en-US" altLang="fr-FR" dirty="0" err="1"/>
              <a:t>obtenir</a:t>
            </a:r>
            <a:r>
              <a:rPr lang="en-US" altLang="fr-FR" dirty="0"/>
              <a:t> </a:t>
            </a:r>
            <a:r>
              <a:rPr lang="en-US" altLang="fr-FR" dirty="0" err="1"/>
              <a:t>ces</a:t>
            </a:r>
            <a:r>
              <a:rPr lang="en-US" altLang="fr-FR" dirty="0"/>
              <a:t> </a:t>
            </a:r>
            <a:r>
              <a:rPr lang="en-US" altLang="fr-FR" dirty="0" err="1"/>
              <a:t>données</a:t>
            </a:r>
            <a:endParaRPr lang="en-US" altLang="fr-FR" dirty="0"/>
          </a:p>
          <a:p>
            <a:pPr>
              <a:lnSpc>
                <a:spcPct val="90000"/>
              </a:lnSpc>
              <a:buFontTx/>
              <a:buBlip>
                <a:blip r:embed="rId3"/>
              </a:buBlip>
              <a:tabLst>
                <a:tab pos="3884613" algn="l"/>
              </a:tabLst>
            </a:pPr>
            <a:r>
              <a:rPr lang="en-US" altLang="fr-FR" dirty="0"/>
              <a:t>Le </a:t>
            </a:r>
            <a:r>
              <a:rPr lang="en-US" altLang="fr-FR" dirty="0" err="1"/>
              <a:t>processus</a:t>
            </a:r>
            <a:r>
              <a:rPr lang="en-US" altLang="fr-FR" dirty="0"/>
              <a:t> de </a:t>
            </a:r>
            <a:r>
              <a:rPr lang="en-US" altLang="fr-FR" dirty="0" err="1"/>
              <a:t>traitement</a:t>
            </a:r>
            <a:r>
              <a:rPr lang="en-US" altLang="fr-FR" dirty="0"/>
              <a:t>  </a:t>
            </a:r>
            <a:r>
              <a:rPr lang="en-US" altLang="fr-FR" dirty="0" err="1"/>
              <a:t>devrait</a:t>
            </a:r>
            <a:r>
              <a:rPr lang="en-US" altLang="fr-FR" dirty="0"/>
              <a:t> </a:t>
            </a:r>
            <a:r>
              <a:rPr lang="en-US" altLang="fr-FR" dirty="0" err="1"/>
              <a:t>être</a:t>
            </a:r>
            <a:r>
              <a:rPr lang="en-US" altLang="fr-FR" dirty="0"/>
              <a:t> </a:t>
            </a:r>
            <a:r>
              <a:rPr lang="en-US" altLang="fr-FR" dirty="0" err="1"/>
              <a:t>documenté</a:t>
            </a:r>
            <a:endParaRPr lang="en-US" alt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0175" y="152400"/>
            <a:ext cx="8850313" cy="849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fr-FR"/>
              <a:t>Conclusion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2400" y="1131888"/>
            <a:ext cx="8839200" cy="4994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Blip>
                <a:blip r:embed="rId3"/>
              </a:buBlip>
            </a:pPr>
            <a:r>
              <a:rPr lang="fr-CA" altLang="fr-FR" dirty="0"/>
              <a:t>Dans cette présentation, on a vu les points suivants:</a:t>
            </a:r>
            <a:br>
              <a:rPr lang="fr-CA" altLang="fr-FR"/>
            </a:br>
            <a:endParaRPr lang="fr-CA" altLang="fr-FR" dirty="0"/>
          </a:p>
          <a:p>
            <a:pPr lvl="1"/>
            <a:r>
              <a:rPr lang="fr-CA" altLang="fr-FR" dirty="0"/>
              <a:t>Données brutes</a:t>
            </a:r>
          </a:p>
          <a:p>
            <a:pPr lvl="1"/>
            <a:r>
              <a:rPr lang="fr-CA" altLang="fr-FR" dirty="0"/>
              <a:t>Données traitées</a:t>
            </a:r>
          </a:p>
        </p:txBody>
      </p:sp>
    </p:spTree>
  </p:cSld>
  <p:clrMapOvr>
    <a:masterClrMapping/>
  </p:clrMapOvr>
  <p:transition advTm="604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6" dur="2000" fill="hold" masterRel="sameClick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12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python_theme</Template>
  <TotalTime>2121</TotalTime>
  <Words>194</Words>
  <Application>Microsoft Office PowerPoint</Application>
  <PresentationFormat>On-screen Show (4:3)</PresentationFormat>
  <Paragraphs>36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Frutiger 45</vt:lpstr>
      <vt:lpstr>Segoe UI Light</vt:lpstr>
      <vt:lpstr>Segoe UI Semibold</vt:lpstr>
      <vt:lpstr>Times New Roman</vt:lpstr>
      <vt:lpstr>Wingdings</vt:lpstr>
      <vt:lpstr>python_theme</vt:lpstr>
      <vt:lpstr>Données concepts</vt:lpstr>
      <vt:lpstr>Agenda</vt:lpstr>
      <vt:lpstr>Type de données |terminologie</vt:lpstr>
      <vt:lpstr>Données brutes</vt:lpstr>
      <vt:lpstr>Données traitées 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Contenu d'une classe</dc:title>
  <dc:creator>HafedB</dc:creator>
  <cp:lastModifiedBy>hafed benteftifa</cp:lastModifiedBy>
  <cp:revision>158</cp:revision>
  <dcterms:modified xsi:type="dcterms:W3CDTF">2020-06-04T23:09:45Z</dcterms:modified>
</cp:coreProperties>
</file>