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9w6g3q/bzkmj4KmLpgQMx1JMo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e de titre" showMasterSp="0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/>
          <p:nvPr>
            <p:ph type="ctrTitle"/>
          </p:nvPr>
        </p:nvSpPr>
        <p:spPr>
          <a:xfrm>
            <a:off x="2971800" y="1828800"/>
            <a:ext cx="6019800" cy="2209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/>
        </p:nvSpPr>
        <p:spPr>
          <a:xfrm>
            <a:off x="0" y="6496050"/>
            <a:ext cx="9144000" cy="363537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 txBox="1"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 txBox="1"/>
          <p:nvPr/>
        </p:nvSpPr>
        <p:spPr>
          <a:xfrm>
            <a:off x="481012" y="6464300"/>
            <a:ext cx="8662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*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1">
            <a:alphaModFix/>
          </a:blip>
          <a:srcRect b="15789" l="12448" r="5742" t="10527"/>
          <a:stretch/>
        </p:blipFill>
        <p:spPr>
          <a:xfrm>
            <a:off x="207962" y="228600"/>
            <a:ext cx="4953000" cy="150653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/>
        </p:nvSpPr>
        <p:spPr>
          <a:xfrm>
            <a:off x="0" y="6496050"/>
            <a:ext cx="9144000" cy="363537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8"/>
          <p:cNvSpPr txBox="1"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8"/>
          <p:cNvSpPr txBox="1"/>
          <p:nvPr/>
        </p:nvSpPr>
        <p:spPr>
          <a:xfrm>
            <a:off x="481012" y="6464300"/>
            <a:ext cx="8662987" cy="58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wentieth Century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*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Initiation POO - Python-  Hafed Benteftifa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Accès aux bases de données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/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 connection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Lancer une requete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 de </a:t>
            </a:r>
            <a:r>
              <a:rPr lang="en-US"/>
              <a:t>requête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BD courante</a:t>
            </a:r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SQLite: son module de manipulation python est natif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MySQL: BD open source.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Oracle: BD payante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SQL serveur: BD payante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la plupart des BD, il faut installer le module de gestion qui prend en charge les opérations de manipulation.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Préliminaire</a:t>
            </a:r>
            <a:endParaRPr/>
          </a:p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faut importer le module en relation avec la BD désirée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la BD n’est pas supportée de manière native, il faut installer le module au préalable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2411400" y="1773219"/>
            <a:ext cx="3192600" cy="1077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#module pour BD sqlite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import sqlite3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 connexion</a:t>
            </a:r>
            <a:endParaRPr/>
          </a:p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code doit disposer d’une connexion sur la BD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Dans le cas de cet exemple, le fichier de base de données sqlite est dans le même répertoire que le module python</a:t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900112" y="1773237"/>
            <a:ext cx="6767400" cy="800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#connexion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</a:t>
            </a: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= sqlite3.connect(‘nomBD’)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Lancer une requête</a:t>
            </a:r>
            <a:endParaRPr/>
          </a:p>
        </p:txBody>
      </p:sp>
      <p:sp>
        <p:nvSpPr>
          <p:cNvPr id="76" name="Google Shape;76;p6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utilisera un objet de type </a:t>
            </a:r>
            <a:r>
              <a:rPr b="1" i="0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pour l’exécution de requête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Obtenir l’objet cursor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Exécuter la requete</a:t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1171575" y="2636837"/>
            <a:ext cx="6767400" cy="8004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#objet cursor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curseur = </a:t>
            </a: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</a:t>
            </a: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.cursor()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1187450" y="4170362"/>
            <a:ext cx="6769100" cy="8001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#exécution de la requete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curseur.execute("SELECT … ")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Manipulation résultat de requete</a:t>
            </a:r>
            <a:endParaRPr/>
          </a:p>
        </p:txBody>
      </p: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fois la requête exécutée, on utilise le curseur pour l'accès aux enregistrements potentiels en tant que </a:t>
            </a:r>
            <a:r>
              <a:rPr b="0" i="0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Récupérer le premier enregistrement-tuple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peut retourner None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récupérer tous les enregistrements</a:t>
            </a:r>
            <a:endParaRPr/>
          </a:p>
        </p:txBody>
      </p:sp>
      <p:sp>
        <p:nvSpPr>
          <p:cNvPr id="86" name="Google Shape;86;p7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1547812" y="2565400"/>
            <a:ext cx="5768975" cy="8001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ligne = curseur.fetchone()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544637" y="5326062"/>
            <a:ext cx="5983287" cy="8001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lignes = curseur.fetchall()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Récupérer les enregistrements (suite)</a:t>
            </a:r>
            <a:endParaRPr/>
          </a:p>
        </p:txBody>
      </p:sp>
      <p:sp>
        <p:nvSpPr>
          <p:cNvPr id="94" name="Google Shape;94;p8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utiliser une </a:t>
            </a:r>
            <a:r>
              <a:rPr b="1" i="0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boucle for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récupérer chacun des tuple recupérés en utilisant le curseur comme itérateur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un tuple, utiliser l'indexation pour récupérer chacune des colonnes (champs)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 txBox="1"/>
          <p:nvPr/>
        </p:nvSpPr>
        <p:spPr>
          <a:xfrm>
            <a:off x="1547812" y="2565400"/>
            <a:ext cx="6638925" cy="83026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 tmp in curseur: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# code de traitement des tuple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8"/>
          <p:cNvSpPr txBox="1"/>
          <p:nvPr/>
        </p:nvSpPr>
        <p:spPr>
          <a:xfrm>
            <a:off x="1763712" y="5084762"/>
            <a:ext cx="4425950" cy="8318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 tmp in curseur: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# tmp[0]  tmp[1]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</a:t>
            </a:r>
            <a:endParaRPr/>
          </a:p>
        </p:txBody>
      </p:sp>
      <p:sp>
        <p:nvSpPr>
          <p:cNvPr id="103" name="Google Shape;103;p9"/>
          <p:cNvSpPr txBox="1"/>
          <p:nvPr/>
        </p:nvSpPr>
        <p:spPr>
          <a:xfrm>
            <a:off x="1258887" y="1468437"/>
            <a:ext cx="5797500" cy="19701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curseur.execute('''SELECT name, rating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Movie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year = 1976;''')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lang="en-US" sz="1800">
                <a:solidFill>
                  <a:schemeClr val="dk1"/>
                </a:solidFill>
              </a:rPr>
              <a:t>rec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curseur: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print(</a:t>
            </a:r>
            <a:r>
              <a:rPr lang="en-US" sz="1800">
                <a:solidFill>
                  <a:schemeClr val="dk1"/>
                </a:solidFill>
              </a:rPr>
              <a:t>rec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[0], </a:t>
            </a:r>
            <a:r>
              <a:rPr lang="en-US" sz="1800">
                <a:solidFill>
                  <a:schemeClr val="dk1"/>
                </a:solidFill>
              </a:rPr>
              <a:t>rec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[1])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Requete paramétrée</a:t>
            </a:r>
            <a:endParaRPr/>
          </a:p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veut construire des requêtes dynamiques selon les valeurs saisies par l'usager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utilise des requetes paramétrées avec des marqueurs dénotés par le symbole </a:t>
            </a:r>
            <a:r>
              <a:rPr b="1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Étape 1: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développer la requete en incluant les marqueurs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Étape 2: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utiliser la </a:t>
            </a:r>
            <a:r>
              <a:rPr b="1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méthode execute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utilisant comme paramètre la liste des valeurs à utiliser pour les marqueurs</a:t>
            </a:r>
            <a:endParaRPr/>
          </a:p>
        </p:txBody>
      </p:sp>
      <p:sp>
        <p:nvSpPr>
          <p:cNvPr id="110" name="Google Shape;110;p10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0"/>
          <p:cNvSpPr txBox="1"/>
          <p:nvPr/>
        </p:nvSpPr>
        <p:spPr>
          <a:xfrm>
            <a:off x="1258887" y="4508500"/>
            <a:ext cx="7273925" cy="5238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curseur.execute(requete, [liste])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19450"/>
            <a:ext cx="398462" cy="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5025" y="1954212"/>
            <a:ext cx="34925" cy="3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</a:t>
            </a:r>
            <a:endParaRPr/>
          </a:p>
        </p:txBody>
      </p: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Requete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Valeurs pour les marqueurs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</a:t>
            </a:r>
            <a:endParaRPr/>
          </a:p>
        </p:txBody>
      </p:sp>
      <p:sp>
        <p:nvSpPr>
          <p:cNvPr id="120" name="Google Shape;120;p11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352425" y="1773237"/>
            <a:ext cx="7742237" cy="83026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requete = "select nom, prenom, salaire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 where id =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r>
              <a:rPr b="1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AND salaire =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352425" y="3151187"/>
            <a:ext cx="3190875" cy="9556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code =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salaire = 2000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1"/>
          <p:cNvSpPr txBox="1"/>
          <p:nvPr/>
        </p:nvSpPr>
        <p:spPr>
          <a:xfrm>
            <a:off x="352425" y="4756150"/>
            <a:ext cx="7742237" cy="46196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curseur.execute(requete, [code, salaire])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Transaction- commit</a:t>
            </a:r>
            <a:endParaRPr/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l'on exécute des commandes INSERT, UPDATE ou DELETE, on devrait effectuer un commit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peut aussi effectuer un rollback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2268519" y="2349500"/>
            <a:ext cx="3752100" cy="5232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</a:t>
            </a: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.commit()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Fermeture de connexion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Lorsque ce n'est plus nécessaire de maintenir une connexion BD, il faut la fermer</a:t>
            </a:r>
            <a:endParaRPr/>
          </a:p>
        </p:txBody>
      </p:sp>
      <p:sp>
        <p:nvSpPr>
          <p:cNvPr id="139" name="Google Shape;139;p13"/>
          <p:cNvSpPr txBox="1"/>
          <p:nvPr/>
        </p:nvSpPr>
        <p:spPr>
          <a:xfrm>
            <a:off x="2268520" y="2349500"/>
            <a:ext cx="3233700" cy="5232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</a:t>
            </a:r>
            <a:r>
              <a:rPr b="1" i="0" lang="en-US" sz="28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.close()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Exceptions BD</a:t>
            </a:r>
            <a:endParaRPr/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DatabaseError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DataError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IntegrityError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InternalError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NotSupportedError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OperationalError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ProgrammingError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InterfaceError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Warning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6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t/>
            </a:r>
            <a:endParaRPr b="0" i="0" sz="6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650" y="5815012"/>
            <a:ext cx="187325" cy="22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30175" y="152400"/>
            <a:ext cx="8850312" cy="84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1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152400" y="1131887"/>
            <a:ext cx="8839200" cy="499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 passé en revue dans ce cours les points suivants: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 connection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Lancer une requete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Résultat de requettage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70104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2009-08-09T23:13:18Z</dcterms:created>
  <dc:creator>HafedB</dc:creator>
</cp:coreProperties>
</file>