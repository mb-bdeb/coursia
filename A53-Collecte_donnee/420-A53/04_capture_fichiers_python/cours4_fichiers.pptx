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Quattrocen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2" roundtripDataSignature="AMtx7mjTHypW23rmK9X7Y1KtL2WLv73N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Quattrocen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/>
          <p:nvPr>
            <p:ph idx="2" type="hdr"/>
          </p:nvPr>
        </p:nvSpPr>
        <p:spPr>
          <a:xfrm>
            <a:off x="0" y="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3884613" y="0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/>
          <p:nvPr>
            <p:ph idx="3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11" type="ftr"/>
          </p:nvPr>
        </p:nvSpPr>
        <p:spPr>
          <a:xfrm>
            <a:off x="0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n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0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>
            <p:ph idx="12"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2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481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43000" y="685800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4"/>
          <p:cNvPicPr preferRelativeResize="0"/>
          <p:nvPr/>
        </p:nvPicPr>
        <p:blipFill rotWithShape="1">
          <a:blip r:embed="rId2">
            <a:alphaModFix/>
          </a:blip>
          <a:srcRect b="15790" l="12448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3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17/06/2022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Fichiers</a:t>
            </a:r>
            <a:endParaRPr/>
          </a:p>
        </p:txBody>
      </p:sp>
      <p:sp>
        <p:nvSpPr>
          <p:cNvPr id="39" name="Google Shape;3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47" name="Google Shape;47;p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Les objectifs de cette présentation sont les suivants:</a:t>
            </a:r>
            <a:br>
              <a:rPr lang="en-US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Lecture de fichier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Ecriture dans un fichier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Découpage de chaine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Manipulation de fichiers</a:t>
            </a:r>
            <a:endParaRPr/>
          </a:p>
        </p:txBody>
      </p:sp>
      <p:sp>
        <p:nvSpPr>
          <p:cNvPr id="53" name="Google Shape;53;p3"/>
          <p:cNvSpPr txBox="1"/>
          <p:nvPr>
            <p:ph idx="1" type="body"/>
          </p:nvPr>
        </p:nvSpPr>
        <p:spPr>
          <a:xfrm>
            <a:off x="152400" y="1131888"/>
            <a:ext cx="8839200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Toutes les manipulations seront faites en utilisant un objet de type </a:t>
            </a:r>
            <a:r>
              <a:rPr b="1" lang="en-US"/>
              <a:t>file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Permet d'utiliser ses méthodes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Permet de savoir la quantité d'info écrite ou lue du fichier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220475" y="3429000"/>
            <a:ext cx="6660900" cy="462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</a:t>
            </a:r>
            <a:r>
              <a:rPr b="0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open("</a:t>
            </a:r>
            <a:r>
              <a:rPr b="1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filename.csv</a:t>
            </a:r>
            <a:r>
              <a:rPr b="0" i="0" lang="en-US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")</a:t>
            </a:r>
            <a:endParaRPr b="0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Lecture de fichiers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152400" y="1131888"/>
            <a:ext cx="8839200" cy="208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Ouvrir le fichier pour lecture et retourner un objet de type </a:t>
            </a:r>
            <a:r>
              <a:rPr b="1" lang="en-US"/>
              <a:t>file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Lire le contenu du fichier comme une chaine de caractères</a:t>
            </a:r>
            <a:r>
              <a:rPr lang="en-US" sz="2200"/>
              <a:t>   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Quattrocento Sans"/>
              <a:buNone/>
            </a:pPr>
            <a:r>
              <a:t/>
            </a:r>
            <a:endParaRPr sz="2200"/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Quattrocento Sans"/>
              <a:buNone/>
            </a:pPr>
            <a:r>
              <a:t/>
            </a:r>
            <a:endParaRPr sz="22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Exemple</a:t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1692275" y="4868863"/>
            <a:ext cx="5410200" cy="14605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 = open("toto.txt")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f.read()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'123 Susan 12.5 8.1 7.6 3.2\n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456 Brad 4.0 11.6 6.5 2.7 12\n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789 Jenn 8.0 8.0 8.0 8.0 7.5\n'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555875" y="1844675"/>
            <a:ext cx="4183063" cy="369888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open("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")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492500" y="3789363"/>
            <a:ext cx="2527300" cy="3683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.read()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Lecture de fichiers par ligne</a:t>
            </a:r>
            <a:endParaRPr/>
          </a:p>
        </p:txBody>
      </p:sp>
      <p:sp>
        <p:nvSpPr>
          <p:cNvPr id="73" name="Google Shape;73;p5"/>
          <p:cNvSpPr txBox="1"/>
          <p:nvPr>
            <p:ph idx="1" type="body"/>
          </p:nvPr>
        </p:nvSpPr>
        <p:spPr>
          <a:xfrm>
            <a:off x="152400" y="1131888"/>
            <a:ext cx="8839200" cy="244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Lecture d'une ligne du fichier comme une chaine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 </a:t>
            </a:r>
            <a:endParaRPr sz="2200"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Lit le contenu jusqu'à trouver le premier caractère de retour de ligne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Retourne une chaine vide s'il n'y a plus de lignes dans le fichiers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Quattrocento Sans"/>
              <a:buChar char="•"/>
            </a:pPr>
            <a:r>
              <a:rPr lang="en-US" sz="2600"/>
              <a:t>Lire contenu du fichier comme une liste de lignes</a:t>
            </a:r>
            <a:endParaRPr sz="2600"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Quattrocento Sans"/>
              <a:buNone/>
            </a:pPr>
            <a:r>
              <a:t/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600"/>
              <a:buFont typeface="Quattrocento Sans"/>
              <a:buChar char="•"/>
            </a:pPr>
            <a:r>
              <a:rPr lang="en-US" sz="2600"/>
              <a:t>Exemple</a:t>
            </a:r>
            <a:endParaRPr sz="26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2124075" y="4724400"/>
            <a:ext cx="5410200" cy="168751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objet_file=open(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"heures.txt"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listing=objet_file.readlines()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print(listing)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1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#Boucle for-each</a:t>
            </a:r>
            <a:br>
              <a:rPr b="0" i="1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chaine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listing: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print(chaine)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987675" y="1700213"/>
            <a:ext cx="3079750" cy="369887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.readline()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20243" y="4162242"/>
            <a:ext cx="3217863" cy="3683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.readlines()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Boucle for …in pour fichier</a:t>
            </a:r>
            <a:endParaRPr/>
          </a:p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152400" y="1131888"/>
            <a:ext cx="8839200" cy="301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Quattrocento Sans"/>
              <a:buChar char="•"/>
            </a:pPr>
            <a:r>
              <a:rPr lang="en-US" sz="3200"/>
              <a:t>On peut utiliser un objet file dans une structure de boucle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200"/>
              <a:t> ...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200"/>
              <a:t>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Quattrocento Sans"/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Quattrocento Sans"/>
              <a:buChar char="•"/>
            </a:pPr>
            <a:r>
              <a:rPr lang="en-US" sz="3200"/>
              <a:t>Approche: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Quattrocento Sans"/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Courier New"/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	for ligne in open("</a:t>
            </a:r>
            <a:r>
              <a:rPr b="1" lang="en-US" sz="3200"/>
              <a:t>filename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"):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Courier New"/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	    </a:t>
            </a:r>
            <a:r>
              <a:rPr b="1" lang="en-US" sz="3200"/>
              <a:t>statements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827088" y="4365625"/>
            <a:ext cx="7467600" cy="17081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open("hours.txt"):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print(line.strip())   # strip() removes \n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123 Susan 12.5 8.1 7.6 3.2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456 Brad 4.0 11.6 6.5 2.7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789 Jenn 8.0 8.0 8.0 8.0 7.5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Écriture dans fichier</a:t>
            </a:r>
            <a:br>
              <a:rPr lang="en-US"/>
            </a:br>
            <a:endParaRPr/>
          </a:p>
        </p:txBody>
      </p:sp>
      <p:sp>
        <p:nvSpPr>
          <p:cNvPr id="93" name="Google Shape;93;p7"/>
          <p:cNvSpPr txBox="1"/>
          <p:nvPr>
            <p:ph idx="1" type="body"/>
          </p:nvPr>
        </p:nvSpPr>
        <p:spPr>
          <a:xfrm>
            <a:off x="152400" y="1131888"/>
            <a:ext cx="8839200" cy="373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49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Ouvrir le fichier pour </a:t>
            </a:r>
            <a:r>
              <a:rPr lang="en-US" u="sng"/>
              <a:t>write</a:t>
            </a:r>
            <a:r>
              <a:rPr lang="en-US"/>
              <a:t> (écriture écrase ancien contenu)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Ouvrir le fichier pour </a:t>
            </a:r>
            <a:r>
              <a:rPr lang="en-US" u="sng"/>
              <a:t>append</a:t>
            </a:r>
            <a:r>
              <a:rPr lang="en-US"/>
              <a:t> (nouvelle données est placée après le contenu ancien)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Écrire une chaine dans le fichier</a:t>
            </a:r>
            <a:endParaRPr sz="2200"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Quattrocento Sans"/>
              <a:buNone/>
            </a:pPr>
            <a:r>
              <a:t/>
            </a:r>
            <a:endParaRPr sz="2200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Quattrocento Sans"/>
              <a:buNone/>
            </a:pPr>
            <a:r>
              <a:t/>
            </a:r>
            <a:endParaRPr sz="2400"/>
          </a:p>
        </p:txBody>
      </p:sp>
      <p:sp>
        <p:nvSpPr>
          <p:cNvPr id="94" name="Google Shape;94;p7"/>
          <p:cNvSpPr/>
          <p:nvPr/>
        </p:nvSpPr>
        <p:spPr>
          <a:xfrm>
            <a:off x="2411413" y="1844675"/>
            <a:ext cx="5976937" cy="306388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open("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",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"w"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write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2771775" y="2997200"/>
            <a:ext cx="6372225" cy="306388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 = open("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",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append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3348038" y="4868863"/>
            <a:ext cx="3492500" cy="369887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.write(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chaine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Exemple: écriture</a:t>
            </a:r>
            <a:endParaRPr/>
          </a:p>
        </p:txBody>
      </p:sp>
      <p:sp>
        <p:nvSpPr>
          <p:cNvPr id="102" name="Google Shape;102;p8"/>
          <p:cNvSpPr txBox="1"/>
          <p:nvPr/>
        </p:nvSpPr>
        <p:spPr>
          <a:xfrm>
            <a:off x="1692275" y="3068638"/>
            <a:ext cx="5410200" cy="199231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out = open("output.txt", "w")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out.write("Hello, world!\n")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out.write("How are you?")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out.close()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open("output.txt").read()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'Hello, world!\nHow are you?'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Fermeture de fichier</a:t>
            </a:r>
            <a:endParaRPr/>
          </a:p>
        </p:txBody>
      </p:sp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Après avoir manipulé le fichier, il est important de fermer l'objet </a:t>
            </a:r>
            <a:r>
              <a:rPr b="1" lang="en-US"/>
              <a:t>file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permet de libérer des ressources systèmes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permet à d'autres codes de manipuler le fichier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Les objets de type file sont automatiquement fermés lorsque le script python se termine</a:t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3708400" y="4221163"/>
            <a:ext cx="2665413" cy="369887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objet_file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.close()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Découpage de chaine</a:t>
            </a:r>
            <a:endParaRPr/>
          </a:p>
        </p:txBody>
      </p:sp>
      <p:sp>
        <p:nvSpPr>
          <p:cNvPr id="117" name="Google Shape;117;p10"/>
          <p:cNvSpPr txBox="1"/>
          <p:nvPr>
            <p:ph idx="1" type="body"/>
          </p:nvPr>
        </p:nvSpPr>
        <p:spPr>
          <a:xfrm>
            <a:off x="152400" y="1131888"/>
            <a:ext cx="8839200" cy="2513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La méthode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split()</a:t>
            </a:r>
            <a:r>
              <a:rPr lang="en-US"/>
              <a:t> découpe une chaine en tokens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rPr lang="en-US"/>
              <a:t>	</a:t>
            </a:r>
            <a:r>
              <a:rPr b="1" lang="en-US"/>
              <a:t>chaine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.split()	</a:t>
            </a:r>
            <a:r>
              <a:rPr b="1" lang="en-US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# par espace vide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rPr lang="en-US"/>
              <a:t>	</a:t>
            </a:r>
            <a:r>
              <a:rPr b="1" lang="en-US"/>
              <a:t>chaine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.split(</a:t>
            </a:r>
            <a:r>
              <a:rPr b="1" lang="en-US"/>
              <a:t>delimiteur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)	</a:t>
            </a:r>
            <a:r>
              <a:rPr b="1" lang="en-US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# par delimiteur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 Sans"/>
              <a:buNone/>
            </a:pPr>
            <a:r>
              <a:t/>
            </a:r>
            <a:endParaRPr b="1" sz="12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La méthode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join()</a:t>
            </a:r>
            <a:r>
              <a:rPr lang="en-US"/>
              <a:t> effectue l'inverse du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split()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rPr lang="en-US"/>
              <a:t>	</a:t>
            </a:r>
            <a:r>
              <a:rPr b="1" lang="en-US"/>
              <a:t>delimiteur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.join(</a:t>
            </a:r>
            <a:r>
              <a:rPr b="1" lang="en-US"/>
              <a:t>liste de tokens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 txBox="1"/>
          <p:nvPr/>
        </p:nvSpPr>
        <p:spPr>
          <a:xfrm>
            <a:off x="1447800" y="3630613"/>
            <a:ext cx="6248400" cy="24193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 = "Brave Sir Robin"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word in name.split():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print(word)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Brave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Robin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"LL".join(name.split("r"))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'BLLave SiLL Robin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Découpage de chaine en variables</a:t>
            </a:r>
            <a:endParaRPr/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152400" y="1131888"/>
            <a:ext cx="8839200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Si l'on connait le nombre de tokens, on peut faire un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split</a:t>
            </a:r>
            <a:r>
              <a:rPr lang="en-US"/>
              <a:t> directement dans des variables.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rPr lang="en-US"/>
              <a:t>	</a:t>
            </a:r>
            <a:endParaRPr b="1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attrocento Sans"/>
              <a:buNone/>
            </a:pPr>
            <a:r>
              <a:t/>
            </a:r>
            <a:endParaRPr b="1" sz="12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Utile dans le cas de conversion:   </a:t>
            </a:r>
            <a:r>
              <a:rPr b="1" lang="en-US"/>
              <a:t>type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US"/>
              <a:t>valeur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1447800" y="3276600"/>
            <a:ext cx="6248400" cy="24193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 = "Jessica 31 647.28"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name, age, money = s.split()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'Jessica'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int(age)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float(money)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647.28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1619250" y="1989138"/>
            <a:ext cx="5473700" cy="3683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var1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var2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 ...,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varN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chaine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.split()</a:t>
            </a:r>
            <a:endParaRPr b="0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type="title"/>
          </p:nvPr>
        </p:nvSpPr>
        <p:spPr>
          <a:xfrm>
            <a:off x="130175" y="152400"/>
            <a:ext cx="8850313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152400" y="1131888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Dans cette présentation, on a vu les points suivants:</a:t>
            </a:r>
            <a:br>
              <a:rPr lang="en-US"/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Lecture de fichier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Ecriture dans un fichier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en-US"/>
              <a:t>Découpage de chaine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HafedB</dc:creator>
</cp:coreProperties>
</file>