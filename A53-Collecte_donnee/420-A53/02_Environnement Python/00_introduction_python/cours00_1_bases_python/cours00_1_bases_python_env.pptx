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7315200" cy="9601200"/>
  <p:embeddedFontLst>
    <p:embeddedFont>
      <p:font typeface="Quattrocento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7" roundtripDataSignature="AMtx7mhRnKzch7oT+nAg7X5FCuVoA7Bo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ttrocento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italic.fntdata"/><Relationship Id="rId14" Type="http://schemas.openxmlformats.org/officeDocument/2006/relationships/font" Target="fonts/QuattrocentoSans-bold.fntdata"/><Relationship Id="rId17" Type="http://customschemas.google.com/relationships/presentationmetadata" Target="metadata"/><Relationship Id="rId16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9"/>
          <p:cNvPicPr preferRelativeResize="0"/>
          <p:nvPr/>
        </p:nvPicPr>
        <p:blipFill rotWithShape="1">
          <a:blip r:embed="rId2">
            <a:alphaModFix/>
          </a:blip>
          <a:srcRect b="15790" l="12449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05/05/2020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python.org/download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jetbrains.com/pycharm/download/" TargetMode="External"/><Relationship Id="rId4" Type="http://schemas.openxmlformats.org/officeDocument/2006/relationships/hyperlink" Target="http://www.pydev.org/" TargetMode="External"/><Relationship Id="rId5" Type="http://schemas.openxmlformats.org/officeDocument/2006/relationships/hyperlink" Target="http://microsoft.github.io/PTV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Bases du langage Python</a:t>
            </a:r>
            <a:br>
              <a:rPr lang="fr-FR"/>
            </a:br>
            <a:r>
              <a:rPr lang="fr-FR"/>
              <a:t>1. Environnement</a:t>
            </a:r>
            <a:endParaRPr/>
          </a:p>
        </p:txBody>
      </p:sp>
      <p:sp>
        <p:nvSpPr>
          <p:cNvPr id="36" name="Google Shape;36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FR"/>
              <a:t>Hafed Benteftifa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217488" y="5516563"/>
            <a:ext cx="18780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 1: jan 2015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44" name="Google Shape;44;p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Les objectifs de cette présentation sont les suivants:</a:t>
            </a:r>
            <a:br>
              <a:rPr lang="fr-FR"/>
            </a:b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Langage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Domaines d’application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Installation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IDE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Langage</a:t>
            </a:r>
            <a:endParaRPr/>
          </a:p>
        </p:txBody>
      </p:sp>
      <p:sp>
        <p:nvSpPr>
          <p:cNvPr id="50" name="Google Shape;50;p3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Développé par Guido Van Rossum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Disponible sur plusieurs architectures et OS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Gratuit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Version actuelle: 3.9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Branches: 2.7 et 3.X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Domaines d’application</a:t>
            </a:r>
            <a:endParaRPr/>
          </a:p>
        </p:txBody>
      </p:sp>
      <p:sp>
        <p:nvSpPr>
          <p:cNvPr id="57" name="Google Shape;57;p4"/>
          <p:cNvSpPr txBox="1"/>
          <p:nvPr>
            <p:ph idx="1" type="body"/>
          </p:nvPr>
        </p:nvSpPr>
        <p:spPr>
          <a:xfrm>
            <a:off x="152400" y="1131888"/>
            <a:ext cx="88392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Toutes sortes d’applications et scripts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FR"/>
              <a:t>Graphiques: avec matplotlib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FR"/>
              <a:t>Calcul scientifique: avec numpy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FR"/>
              <a:t>Vision: avec pil et openCV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FR"/>
              <a:t>Jeux vidéo: pygame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FR"/>
              <a:t>IU: tkinter et wxpython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FR"/>
              <a:t>Etc.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Installation</a:t>
            </a:r>
            <a:endParaRPr/>
          </a:p>
        </p:txBody>
      </p:sp>
      <p:sp>
        <p:nvSpPr>
          <p:cNvPr id="64" name="Google Shape;64;p5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Télécharger python sur l’adresse: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https://www.python.org/downloads/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Installer la version appropriée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Utiliser IDLE pour les premiers pas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IDE</a:t>
            </a:r>
            <a:endParaRPr/>
          </a:p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152400" y="1131888"/>
            <a:ext cx="8839200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Plusieurs  IDE sont disponibles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JetBrains pycharm: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https://www.jetbrains.com/pycharm/download/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Eclipse pydev: </a:t>
            </a:r>
            <a:r>
              <a:rPr lang="fr-FR" u="sng">
                <a:solidFill>
                  <a:schemeClr val="hlink"/>
                </a:solidFill>
                <a:hlinkClick r:id="rId4"/>
              </a:rPr>
              <a:t>http://www.pydev.org/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Visual studio python tools: </a:t>
            </a:r>
            <a:r>
              <a:rPr lang="fr-FR" u="sng">
                <a:solidFill>
                  <a:schemeClr val="hlink"/>
                </a:solidFill>
                <a:hlinkClick r:id="rId5"/>
              </a:rPr>
              <a:t>http://microsoft.github.io/PTVS/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Autres…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78" name="Google Shape;78;p7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Dans cette présentation, on a vu les points suivants:</a:t>
            </a:r>
            <a:br>
              <a:rPr lang="fr-FR"/>
            </a:b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Langage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Domaines d’application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Installation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IDE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2009-03-25T15:44:22Z</dcterms:created>
  <dc:creator>HafedB</dc:creator>
</cp:coreProperties>
</file>