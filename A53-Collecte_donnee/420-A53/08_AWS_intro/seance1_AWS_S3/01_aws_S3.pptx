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MlMjLtMcbkCakbV+oSNY+aIbU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0234A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4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4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4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4"/>
          <p:cNvSpPr/>
          <p:nvPr/>
        </p:nvSpPr>
        <p:spPr>
          <a:xfrm>
            <a:off x="207433" y="-144463"/>
            <a:ext cx="4064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0234AC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–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96050"/>
            <a:ext cx="12192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1" y="6524625"/>
            <a:ext cx="706967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/>
          <p:nvPr/>
        </p:nvSpPr>
        <p:spPr>
          <a:xfrm>
            <a:off x="641350" y="6464301"/>
            <a:ext cx="11550649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Quattrocento Sans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29/06/2021    </a:t>
            </a:r>
            <a:r>
              <a:rPr b="1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Hafed Benteftifa</a:t>
            </a:r>
            <a:r>
              <a:rPr b="1" i="0" lang="fr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Amazon AWS</a:t>
            </a:r>
            <a:br>
              <a:rPr lang="fr-CA"/>
            </a:br>
            <a:r>
              <a:rPr lang="fr-CA"/>
              <a:t>S3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 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0" y="187642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Arial"/>
              <a:buNone/>
            </a:pPr>
            <a:r>
              <a:rPr b="1" i="0" lang="fr-CA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36" name="Google Shape;36;p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Dans cette leçon, on va passer en revue les points suivants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Besoin pour Amazon S3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Concept 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Composantes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Concept</a:t>
            </a:r>
            <a:endParaRPr/>
          </a:p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Amazon Simple Storage Service (S3) est une solution de stockage cloud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ffre un stockage de données sécurisé, évolutif et fiable.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onçu pour stocker et récupérer efficacement de grandes quantités de données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Concepts</a:t>
            </a:r>
            <a:endParaRPr/>
          </a:p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Buckets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conteneurs pour  données. Chaque bucket a un nom unique et peut stocker des fichiers, des images, des vidéos, etc.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Objets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Les fichiers stockés dans S3 sont appelés des objets. Chaque objet se compose de données, d'une clé (nom de fichier) et de métadonnées.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Régions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S3 est disponible dans différentes régions géographiques dans le monde. Choisissez une région proche de vos utilisateurs pour de meilleures performances.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Architecture</a:t>
            </a:r>
            <a:endParaRPr/>
          </a:p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203200" y="908721"/>
            <a:ext cx="11027052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6679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Amazon S3 utilise une architecture distribuée pour une haute disponibilité et durabilité.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Redondance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S3 stocke plusieurs copies de vos données dans différentes Zones de Disponibilité (AZ) pour assurer la durabilité des données.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Évolutivité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S3 s'échelonne automatiquement pour gérer les charges de travail variables, garantissant l'accessibilité de vos données.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Cas d’utilisation</a:t>
            </a:r>
            <a:endParaRPr/>
          </a:p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Sauvegarde et Archivage de Données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Stockez vos sauvegardes et archives en toute sécurité. Par exemple, une entreprise peut sauvegarder ses documents et enregistrements importants.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Hébergement de Sites Web Statiques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Hébergez des sites web statiques avec S3. Téléchargez des fichiers HTML, CSS et des images, et S3 les sert aux utilisateurs.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Distribution de Contenu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Distribuez du contenu à l'échelle mondiale en utilisant S3 et son intégration avec Amazon CloudFront. Idéal pour diffuser des vidéos, des images ou d'autres médias.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Analyse de Données :</a:t>
            </a: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Stockez des données pour l'analyse de big data. Exemple : les détaillants peuvent analyser le comportement des clients en utilisant des données d'achat historiques.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POC</a:t>
            </a:r>
            <a:endParaRPr/>
          </a:p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Créer un Bucket :</a:t>
            </a:r>
            <a:endParaRPr b="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Connectez-vous à la Console de Gestion AWS.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Accédez à S3 et créez un nouveau bucket.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Choisissez un nom unique et sélectionnez une région.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Télécharger un Objet :</a:t>
            </a:r>
            <a:endParaRPr b="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À l'intérieur du bucket, cliquez sur "Télécharger".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Sélectionnez un fichier et choisissez les paramètres de téléchargement.</a:t>
            </a:r>
            <a:endParaRPr/>
          </a:p>
          <a:p>
            <a:pPr indent="-35052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Font typeface="Arial"/>
              <a:buAutoNum type="arabicPeriod"/>
            </a:pPr>
            <a:r>
              <a:rPr b="1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Définir les Autorisations :</a:t>
            </a:r>
            <a:endParaRPr b="0" i="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b="0" i="0" lang="fr-CA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Contrôlez qui peut accéder à vos objets en utilisant des politiques de bucket et des Listes de Contrôle d'Accès (ACL).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174173" y="44624"/>
            <a:ext cx="11800113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203200" y="908721"/>
            <a:ext cx="11785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Quattrocento Sans"/>
              <a:buChar char="•"/>
            </a:pPr>
            <a:r>
              <a:rPr lang="fr-CA"/>
              <a:t>Dans cette leçon, on a passé en revue les points suivants:</a:t>
            </a:r>
            <a:br>
              <a:rPr lang="fr-CA"/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Besoin pour Amazon S3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Concept 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/>
              <a:t>Composantes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d6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2016-04-18T00:09:15Z</dcterms:created>
  <dc:creator>hafv72012</dc:creator>
</cp:coreProperties>
</file>