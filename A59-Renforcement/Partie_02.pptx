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7099300" cy="10234600"/>
  <p:embeddedFontLst>
    <p:embeddedFont>
      <p:font typeface="Old Standard TT"/>
      <p:regular r:id="rId23"/>
      <p:bold r:id="rId24"/>
      <p: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hT9vjVOCdhhEJXBBffPwWMTpZo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7BD350-5B00-4BD6-A73E-FA0C5952FEC3}">
  <a:tblStyle styleId="{D57BD350-5B00-4BD6-A73E-FA0C5952FEC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OldStandardTT-bold.fntdata"/><Relationship Id="rId23" Type="http://schemas.openxmlformats.org/officeDocument/2006/relationships/font" Target="fonts/OldStandardT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OldStandardT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3077337" cy="511907"/>
          </a:xfrm>
          <a:prstGeom prst="rect">
            <a:avLst/>
          </a:prstGeom>
          <a:noFill/>
          <a:ln>
            <a:noFill/>
          </a:ln>
        </p:spPr>
        <p:txBody>
          <a:bodyPr anchorCtr="0" anchor="t" bIns="49500" lIns="99000" spcFirstLastPara="1" rIns="99000" wrap="square" tIns="495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020340" y="1"/>
            <a:ext cx="3077337" cy="511907"/>
          </a:xfrm>
          <a:prstGeom prst="rect">
            <a:avLst/>
          </a:prstGeom>
          <a:noFill/>
          <a:ln>
            <a:noFill/>
          </a:ln>
        </p:spPr>
        <p:txBody>
          <a:bodyPr anchorCtr="0" anchor="t" bIns="49500" lIns="99000" spcFirstLastPara="1" rIns="99000" wrap="square" tIns="495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2708"/>
            <a:ext cx="3077337" cy="510147"/>
          </a:xfrm>
          <a:prstGeom prst="rect">
            <a:avLst/>
          </a:prstGeom>
          <a:noFill/>
          <a:ln>
            <a:noFill/>
          </a:ln>
        </p:spPr>
        <p:txBody>
          <a:bodyPr anchorCtr="0" anchor="b" bIns="49500" lIns="99000" spcFirstLastPara="1" rIns="99000" wrap="square" tIns="495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020340" y="9722708"/>
            <a:ext cx="3077337" cy="510147"/>
          </a:xfrm>
          <a:prstGeom prst="rect">
            <a:avLst/>
          </a:prstGeom>
          <a:noFill/>
          <a:ln>
            <a:noFill/>
          </a:ln>
        </p:spPr>
        <p:txBody>
          <a:bodyPr anchorCtr="0" anchor="b" bIns="49500" lIns="99000" spcFirstLastPara="1" rIns="99000" wrap="square" tIns="495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5" name="Google Shape;75;p1:notes"/>
          <p:cNvSpPr txBox="1"/>
          <p:nvPr>
            <p:ph idx="1" type="body"/>
          </p:nvPr>
        </p:nvSpPr>
        <p:spPr>
          <a:xfrm>
            <a:off x="710905" y="4862233"/>
            <a:ext cx="5677500" cy="4603500"/>
          </a:xfrm>
          <a:prstGeom prst="rect">
            <a:avLst/>
          </a:prstGeom>
          <a:noFill/>
          <a:ln>
            <a:noFill/>
          </a:ln>
        </p:spPr>
        <p:txBody>
          <a:bodyPr anchorCtr="0" anchor="t" bIns="49500" lIns="99000" spcFirstLastPara="1" rIns="99000" wrap="square" tIns="49500">
            <a:noAutofit/>
          </a:bodyPr>
          <a:lstStyle/>
          <a:p>
            <a:pPr indent="0" lvl="0" marL="0" rtl="0" algn="l">
              <a:lnSpc>
                <a:spcPct val="100000"/>
              </a:lnSpc>
              <a:spcBef>
                <a:spcPts val="360"/>
              </a:spcBef>
              <a:spcAft>
                <a:spcPts val="0"/>
              </a:spcAft>
              <a:buSzPts val="1400"/>
              <a:buNone/>
            </a:pPr>
            <a:r>
              <a:t/>
            </a:r>
            <a:endParaRPr/>
          </a:p>
        </p:txBody>
      </p:sp>
      <p:sp>
        <p:nvSpPr>
          <p:cNvPr id="76" name="Google Shape;76;p1:notes"/>
          <p:cNvSpPr txBox="1"/>
          <p:nvPr>
            <p:ph idx="12" type="sldNum"/>
          </p:nvPr>
        </p:nvSpPr>
        <p:spPr>
          <a:xfrm>
            <a:off x="4020340" y="9722708"/>
            <a:ext cx="3077400" cy="510000"/>
          </a:xfrm>
          <a:prstGeom prst="rect">
            <a:avLst/>
          </a:prstGeom>
          <a:noFill/>
          <a:ln>
            <a:noFill/>
          </a:ln>
        </p:spPr>
        <p:txBody>
          <a:bodyPr anchorCtr="0" anchor="b" bIns="49500" lIns="99000" spcFirstLastPara="1" rIns="99000" wrap="square" tIns="495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2: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2: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[cut demo of moving around in grid world program]</a:t>
            </a:r>
            <a:endParaRPr/>
          </a:p>
        </p:txBody>
      </p:sp>
      <p:sp>
        <p:nvSpPr>
          <p:cNvPr id="82" name="Google Shape;82;p2:notes"/>
          <p:cNvSpPr txBox="1"/>
          <p:nvPr>
            <p:ph idx="12" type="sldNum"/>
          </p:nvPr>
        </p:nvSpPr>
        <p:spPr>
          <a:xfrm>
            <a:off x="4020340" y="9722708"/>
            <a:ext cx="3077337" cy="510147"/>
          </a:xfrm>
          <a:prstGeom prst="rect">
            <a:avLst/>
          </a:prstGeom>
          <a:noFill/>
          <a:ln>
            <a:noFill/>
          </a:ln>
        </p:spPr>
        <p:txBody>
          <a:bodyPr anchorCtr="0" anchor="b" bIns="49500" lIns="99000" spcFirstLastPara="1" rIns="99000" wrap="square" tIns="49500">
            <a:noAutofit/>
          </a:bodyPr>
          <a:lstStyle/>
          <a:p>
            <a:pPr indent="0" lvl="0" marL="0" marR="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710905" y="4862233"/>
            <a:ext cx="5677500" cy="4603500"/>
          </a:xfrm>
          <a:prstGeom prst="rect">
            <a:avLst/>
          </a:prstGeom>
          <a:noFill/>
          <a:ln>
            <a:noFill/>
          </a:ln>
        </p:spPr>
        <p:txBody>
          <a:bodyPr anchorCtr="0" anchor="t" bIns="49500" lIns="99000" spcFirstLastPara="1" rIns="99000" wrap="square" tIns="49500">
            <a:noAutofit/>
          </a:bodyPr>
          <a:lstStyle/>
          <a:p>
            <a:pPr indent="0" lvl="0" marL="0" rtl="0" algn="l">
              <a:lnSpc>
                <a:spcPct val="100000"/>
              </a:lnSpc>
              <a:spcBef>
                <a:spcPts val="360"/>
              </a:spcBef>
              <a:spcAft>
                <a:spcPts val="0"/>
              </a:spcAft>
              <a:buSzPts val="1400"/>
              <a:buNone/>
            </a:pPr>
            <a:r>
              <a:t/>
            </a:r>
            <a:endParaRPr/>
          </a:p>
        </p:txBody>
      </p:sp>
      <p:sp>
        <p:nvSpPr>
          <p:cNvPr id="94" name="Google Shape;94;p3:notes"/>
          <p:cNvSpPr/>
          <p:nvPr>
            <p:ph idx="2" type="sldImg"/>
          </p:nvPr>
        </p:nvSpPr>
        <p:spPr>
          <a:xfrm>
            <a:off x="139700" y="768350"/>
            <a:ext cx="6819900" cy="3837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rtl="0" algn="l">
              <a:lnSpc>
                <a:spcPct val="100000"/>
              </a:lnSpc>
              <a:spcBef>
                <a:spcPts val="360"/>
              </a:spcBef>
              <a:spcAft>
                <a:spcPts val="0"/>
              </a:spcAft>
              <a:buSzPts val="1400"/>
              <a:buNone/>
            </a:pPr>
            <a:r>
              <a:t/>
            </a:r>
            <a:endParaRPr/>
          </a:p>
        </p:txBody>
      </p:sp>
      <p:sp>
        <p:nvSpPr>
          <p:cNvPr id="100" name="Google Shape;100;p4: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5: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In search problems: did not talk about actions, but about successor functions --- now the information inside the successor function is unpacked into actions, transitions and reward</a:t>
            </a:r>
            <a:endParaRPr/>
          </a:p>
          <a:p>
            <a:pPr indent="0" lvl="0" marL="0" marR="0" rtl="0" algn="l">
              <a:lnSpc>
                <a:spcPct val="100000"/>
              </a:lnSpc>
              <a:spcBef>
                <a:spcPts val="360"/>
              </a:spcBef>
              <a:spcAft>
                <a:spcPts val="0"/>
              </a:spcAft>
              <a:buSzPts val="1400"/>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SzPts val="1400"/>
              <a:buNone/>
            </a:pPr>
            <a:r>
              <a:rPr b="0" i="0" lang="en-US" sz="1200" u="none" cap="none" strike="noStrike">
                <a:solidFill>
                  <a:schemeClr val="dk1"/>
                </a:solidFill>
                <a:latin typeface="Arial"/>
                <a:ea typeface="Arial"/>
                <a:cs typeface="Arial"/>
                <a:sym typeface="Arial"/>
              </a:rPr>
              <a:t>Write out S, A, example entry in T, entry in R</a:t>
            </a:r>
            <a:endParaRPr/>
          </a:p>
          <a:p>
            <a:pPr indent="0" lvl="0" marL="0" marR="0" rtl="0" algn="l">
              <a:lnSpc>
                <a:spcPct val="100000"/>
              </a:lnSpc>
              <a:spcBef>
                <a:spcPts val="360"/>
              </a:spcBef>
              <a:spcAft>
                <a:spcPts val="0"/>
              </a:spcAft>
              <a:buSzPts val="1400"/>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SzPts val="1400"/>
              <a:buNone/>
            </a:pPr>
            <a:r>
              <a:rPr b="0" i="0" lang="en-US" sz="1200" u="none" cap="none" strike="noStrike">
                <a:solidFill>
                  <a:schemeClr val="dk1"/>
                </a:solidFill>
                <a:latin typeface="Arial"/>
                <a:ea typeface="Arial"/>
                <a:cs typeface="Arial"/>
                <a:sym typeface="Arial"/>
              </a:rPr>
              <a:t>Reward function different from the book : R(s,a,s’)</a:t>
            </a:r>
            <a:endParaRPr/>
          </a:p>
          <a:p>
            <a:pPr indent="0" lvl="0" marL="0" marR="0" rtl="0" algn="l">
              <a:lnSpc>
                <a:spcPct val="100000"/>
              </a:lnSpc>
              <a:spcBef>
                <a:spcPts val="360"/>
              </a:spcBef>
              <a:spcAft>
                <a:spcPts val="0"/>
              </a:spcAft>
              <a:buSzPts val="1400"/>
              <a:buNone/>
            </a:pPr>
            <a:r>
              <a:rPr b="0" i="0" lang="en-US" sz="1200" u="none" cap="none" strike="noStrike">
                <a:solidFill>
                  <a:schemeClr val="dk1"/>
                </a:solidFill>
                <a:latin typeface="Arial"/>
                <a:ea typeface="Arial"/>
                <a:cs typeface="Arial"/>
                <a:sym typeface="Arial"/>
              </a:rPr>
              <a:t>In book simpler for equations, but not useful for the projects.</a:t>
            </a:r>
            <a:endParaRPr/>
          </a:p>
          <a:p>
            <a:pPr indent="0" lvl="0" marL="0" marR="0" rtl="0" algn="l">
              <a:lnSpc>
                <a:spcPct val="100000"/>
              </a:lnSpc>
              <a:spcBef>
                <a:spcPts val="360"/>
              </a:spcBef>
              <a:spcAft>
                <a:spcPts val="0"/>
              </a:spcAft>
              <a:buSzPts val="1400"/>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SzPts val="1400"/>
              <a:buNone/>
            </a:pPr>
            <a:r>
              <a:rPr b="0" i="0" lang="en-US" sz="1200" u="none" cap="none" strike="noStrike">
                <a:solidFill>
                  <a:schemeClr val="dk1"/>
                </a:solidFill>
                <a:latin typeface="Arial"/>
                <a:ea typeface="Arial"/>
                <a:cs typeface="Arial"/>
                <a:sym typeface="Arial"/>
              </a:rPr>
              <a:t>Need to modify expectimax a tiny little bit to account for rewards along the way, but that’s something you should be able to do, and so you can already solve MDP’s  (not in most efficient way)</a:t>
            </a:r>
            <a:endParaRPr/>
          </a:p>
        </p:txBody>
      </p:sp>
      <p:sp>
        <p:nvSpPr>
          <p:cNvPr id="112" name="Google Shape;112;p5:notes"/>
          <p:cNvSpPr txBox="1"/>
          <p:nvPr>
            <p:ph idx="12" type="sldNum"/>
          </p:nvPr>
        </p:nvSpPr>
        <p:spPr>
          <a:xfrm>
            <a:off x="4020340" y="9722708"/>
            <a:ext cx="3077337" cy="510147"/>
          </a:xfrm>
          <a:prstGeom prst="rect">
            <a:avLst/>
          </a:prstGeom>
          <a:noFill/>
          <a:ln>
            <a:noFill/>
          </a:ln>
        </p:spPr>
        <p:txBody>
          <a:bodyPr anchorCtr="0" anchor="b" bIns="49500" lIns="99000" spcFirstLastPara="1" rIns="99000" wrap="square" tIns="49500">
            <a:noAutofit/>
          </a:bodyPr>
          <a:lstStyle/>
          <a:p>
            <a:pPr indent="0" lvl="0" marL="0" marR="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6: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Like search: successor function only depended on current state</a:t>
            </a:r>
            <a:endParaRPr/>
          </a:p>
          <a:p>
            <a:pPr indent="0" lvl="0" marL="0" marR="0" rtl="0" algn="l">
              <a:lnSpc>
                <a:spcPct val="100000"/>
              </a:lnSpc>
              <a:spcBef>
                <a:spcPts val="360"/>
              </a:spcBef>
              <a:spcAft>
                <a:spcPts val="0"/>
              </a:spcAft>
              <a:buSzPts val="1400"/>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SzPts val="1400"/>
              <a:buNone/>
            </a:pPr>
            <a:r>
              <a:rPr b="0" i="0" lang="en-US" sz="1200" u="none" cap="none" strike="noStrike">
                <a:solidFill>
                  <a:schemeClr val="dk1"/>
                </a:solidFill>
                <a:latin typeface="Arial"/>
                <a:ea typeface="Arial"/>
                <a:cs typeface="Arial"/>
                <a:sym typeface="Arial"/>
              </a:rPr>
              <a:t>Can make this happen by stuffing more into the state;  </a:t>
            </a:r>
            <a:endParaRPr/>
          </a:p>
          <a:p>
            <a:pPr indent="0" lvl="0" marL="0" marR="0" rtl="0" algn="l">
              <a:lnSpc>
                <a:spcPct val="100000"/>
              </a:lnSpc>
              <a:spcBef>
                <a:spcPts val="360"/>
              </a:spcBef>
              <a:spcAft>
                <a:spcPts val="0"/>
              </a:spcAft>
              <a:buSzPts val="1400"/>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SzPts val="1400"/>
              <a:buNone/>
            </a:pPr>
            <a:r>
              <a:rPr b="0" i="0" lang="en-US" sz="1200" u="none" cap="none" strike="noStrike">
                <a:solidFill>
                  <a:schemeClr val="dk1"/>
                </a:solidFill>
                <a:latin typeface="Arial"/>
                <a:ea typeface="Arial"/>
                <a:cs typeface="Arial"/>
                <a:sym typeface="Arial"/>
              </a:rPr>
              <a:t>Very similar to search problems: when solving a maze with food pellets, we stored which food pellets were eaten </a:t>
            </a:r>
            <a:endParaRPr/>
          </a:p>
          <a:p>
            <a:pPr indent="0" lvl="0" marL="0" marR="0" rtl="0" algn="l">
              <a:lnSpc>
                <a:spcPct val="100000"/>
              </a:lnSpc>
              <a:spcBef>
                <a:spcPts val="36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25" name="Google Shape;125;p6:notes"/>
          <p:cNvSpPr txBox="1"/>
          <p:nvPr>
            <p:ph idx="12" type="sldNum"/>
          </p:nvPr>
        </p:nvSpPr>
        <p:spPr>
          <a:xfrm>
            <a:off x="4020340" y="9722708"/>
            <a:ext cx="3077337" cy="510147"/>
          </a:xfrm>
          <a:prstGeom prst="rect">
            <a:avLst/>
          </a:prstGeom>
          <a:noFill/>
          <a:ln>
            <a:noFill/>
          </a:ln>
        </p:spPr>
        <p:txBody>
          <a:bodyPr anchorCtr="0" anchor="b" bIns="49500" lIns="99000" spcFirstLastPara="1" rIns="99000" wrap="square" tIns="49500">
            <a:noAutofit/>
          </a:bodyPr>
          <a:lstStyle/>
          <a:p>
            <a:pPr indent="0" lvl="0" marL="0" marR="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139700" y="768350"/>
            <a:ext cx="6819900" cy="3837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6" name="Google Shape;136;p7:notes"/>
          <p:cNvSpPr txBox="1"/>
          <p:nvPr>
            <p:ph idx="1" type="body"/>
          </p:nvPr>
        </p:nvSpPr>
        <p:spPr>
          <a:xfrm>
            <a:off x="710905" y="4862233"/>
            <a:ext cx="5677500" cy="4603500"/>
          </a:xfrm>
          <a:prstGeom prst="rect">
            <a:avLst/>
          </a:prstGeom>
          <a:noFill/>
          <a:ln>
            <a:noFill/>
          </a:ln>
        </p:spPr>
        <p:txBody>
          <a:bodyPr anchorCtr="0" anchor="t" bIns="49500" lIns="99000" spcFirstLastPara="1" rIns="99000" wrap="square" tIns="49500">
            <a:noAutofit/>
          </a:bodyPr>
          <a:lstStyle/>
          <a:p>
            <a:pPr indent="0" lvl="0" marL="0" rtl="0" algn="l">
              <a:lnSpc>
                <a:spcPct val="100000"/>
              </a:lnSpc>
              <a:spcBef>
                <a:spcPts val="360"/>
              </a:spcBef>
              <a:spcAft>
                <a:spcPts val="0"/>
              </a:spcAft>
              <a:buSzPts val="1400"/>
              <a:buNone/>
            </a:pPr>
            <a:r>
              <a:t/>
            </a:r>
            <a:endParaRPr/>
          </a:p>
        </p:txBody>
      </p:sp>
      <p:sp>
        <p:nvSpPr>
          <p:cNvPr id="137" name="Google Shape;137;p7:notes"/>
          <p:cNvSpPr txBox="1"/>
          <p:nvPr>
            <p:ph idx="12" type="sldNum"/>
          </p:nvPr>
        </p:nvSpPr>
        <p:spPr>
          <a:xfrm>
            <a:off x="4020340" y="9722708"/>
            <a:ext cx="3077400" cy="510000"/>
          </a:xfrm>
          <a:prstGeom prst="rect">
            <a:avLst/>
          </a:prstGeom>
          <a:noFill/>
          <a:ln>
            <a:noFill/>
          </a:ln>
        </p:spPr>
        <p:txBody>
          <a:bodyPr anchorCtr="0" anchor="b" bIns="49500" lIns="99000" spcFirstLastPara="1" rIns="99000" wrap="square" tIns="495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8: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Dan has a DEMO for this.</a:t>
            </a:r>
            <a:endParaRPr/>
          </a:p>
        </p:txBody>
      </p:sp>
      <p:sp>
        <p:nvSpPr>
          <p:cNvPr id="160" name="Google Shape;160;p8:notes"/>
          <p:cNvSpPr txBox="1"/>
          <p:nvPr>
            <p:ph idx="12" type="sldNum"/>
          </p:nvPr>
        </p:nvSpPr>
        <p:spPr>
          <a:xfrm>
            <a:off x="4020340" y="9722708"/>
            <a:ext cx="3077337" cy="510147"/>
          </a:xfrm>
          <a:prstGeom prst="rect">
            <a:avLst/>
          </a:prstGeom>
          <a:noFill/>
          <a:ln>
            <a:noFill/>
          </a:ln>
        </p:spPr>
        <p:txBody>
          <a:bodyPr anchorCtr="0" anchor="b" bIns="49500" lIns="99000" spcFirstLastPara="1" rIns="99000" wrap="square" tIns="49500">
            <a:noAutofit/>
          </a:bodyPr>
          <a:lstStyle/>
          <a:p>
            <a:pPr indent="0" lvl="0" marL="0" marR="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9: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R(s) = the “living reward”</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SzPts val="1400"/>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70" name="Google Shape;170;p9:notes"/>
          <p:cNvSpPr txBox="1"/>
          <p:nvPr>
            <p:ph idx="12" type="sldNum"/>
          </p:nvPr>
        </p:nvSpPr>
        <p:spPr>
          <a:xfrm>
            <a:off x="4020340" y="9722708"/>
            <a:ext cx="3077337" cy="510147"/>
          </a:xfrm>
          <a:prstGeom prst="rect">
            <a:avLst/>
          </a:prstGeom>
          <a:noFill/>
          <a:ln>
            <a:noFill/>
          </a:ln>
        </p:spPr>
        <p:txBody>
          <a:bodyPr anchorCtr="0" anchor="b" bIns="49500" lIns="99000" spcFirstLastPara="1" rIns="99000" wrap="square" tIns="49500">
            <a:noAutofit/>
          </a:bodyPr>
          <a:lstStyle/>
          <a:p>
            <a:pPr indent="0" lvl="0" marL="0" marR="0" rtl="0" algn="r">
              <a:lnSpc>
                <a:spcPct val="100000"/>
              </a:lnSpc>
              <a:spcBef>
                <a:spcPts val="0"/>
              </a:spcBef>
              <a:spcAft>
                <a:spcPts val="0"/>
              </a:spcAft>
              <a:buSzPts val="1300"/>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rtl="0" algn="l">
              <a:lnSpc>
                <a:spcPct val="100000"/>
              </a:lnSpc>
              <a:spcBef>
                <a:spcPts val="360"/>
              </a:spcBef>
              <a:spcAft>
                <a:spcPts val="0"/>
              </a:spcAft>
              <a:buSzPts val="1400"/>
              <a:buNone/>
            </a:pPr>
            <a:r>
              <a:t/>
            </a:r>
            <a:endParaRPr/>
          </a:p>
        </p:txBody>
      </p:sp>
      <p:sp>
        <p:nvSpPr>
          <p:cNvPr id="183" name="Google Shape;183;p10: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rtl="0" algn="l">
              <a:lnSpc>
                <a:spcPct val="100000"/>
              </a:lnSpc>
              <a:spcBef>
                <a:spcPts val="360"/>
              </a:spcBef>
              <a:spcAft>
                <a:spcPts val="0"/>
              </a:spcAft>
              <a:buSzPts val="1400"/>
              <a:buNone/>
            </a:pPr>
            <a:r>
              <a:t/>
            </a:r>
            <a:endParaRPr/>
          </a:p>
        </p:txBody>
      </p:sp>
      <p:sp>
        <p:nvSpPr>
          <p:cNvPr id="189" name="Google Shape;189;p11: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rtl="0" algn="l">
              <a:lnSpc>
                <a:spcPct val="100000"/>
              </a:lnSpc>
              <a:spcBef>
                <a:spcPts val="360"/>
              </a:spcBef>
              <a:spcAft>
                <a:spcPts val="0"/>
              </a:spcAft>
              <a:buSzPts val="1400"/>
              <a:buNone/>
            </a:pPr>
            <a:r>
              <a:t/>
            </a:r>
            <a:endParaRPr/>
          </a:p>
        </p:txBody>
      </p:sp>
      <p:sp>
        <p:nvSpPr>
          <p:cNvPr id="202" name="Google Shape;202;p12: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3: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Rewards in the future (deeper in the tree) matter less</a:t>
            </a:r>
            <a:endParaRPr/>
          </a:p>
          <a:p>
            <a:pPr indent="0" lvl="0" marL="0" marR="0" rtl="0" algn="l">
              <a:lnSpc>
                <a:spcPct val="100000"/>
              </a:lnSpc>
              <a:spcBef>
                <a:spcPts val="360"/>
              </a:spcBef>
              <a:spcAft>
                <a:spcPts val="0"/>
              </a:spcAft>
              <a:buSzPts val="1400"/>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SzPts val="1400"/>
              <a:buNone/>
            </a:pPr>
            <a:r>
              <a:rPr b="0" i="0" lang="en-US" sz="1200" u="none" cap="none" strike="noStrike">
                <a:solidFill>
                  <a:schemeClr val="dk1"/>
                </a:solidFill>
                <a:latin typeface="Arial"/>
                <a:ea typeface="Arial"/>
                <a:cs typeface="Arial"/>
                <a:sym typeface="Arial"/>
              </a:rPr>
              <a:t>Interesting: running expectimax, if having to truncate the search, then not losing much; e.g.,  less then \gamma^d / (1-\gamma)</a:t>
            </a:r>
            <a:endParaRPr/>
          </a:p>
          <a:p>
            <a:pPr indent="0" lvl="0" marL="0" marR="0" rtl="0" algn="l">
              <a:lnSpc>
                <a:spcPct val="100000"/>
              </a:lnSpc>
              <a:spcBef>
                <a:spcPts val="36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218" name="Google Shape;218;p13:notes"/>
          <p:cNvSpPr txBox="1"/>
          <p:nvPr>
            <p:ph idx="12" type="sldNum"/>
          </p:nvPr>
        </p:nvSpPr>
        <p:spPr>
          <a:xfrm>
            <a:off x="4020340" y="9722708"/>
            <a:ext cx="3077337" cy="510147"/>
          </a:xfrm>
          <a:prstGeom prst="rect">
            <a:avLst/>
          </a:prstGeom>
          <a:noFill/>
          <a:ln>
            <a:noFill/>
          </a:ln>
        </p:spPr>
        <p:txBody>
          <a:bodyPr anchorCtr="0" anchor="b" bIns="49500" lIns="99000" spcFirstLastPara="1" rIns="99000" wrap="square" tIns="49500">
            <a:noAutofit/>
          </a:bodyPr>
          <a:lstStyle/>
          <a:p>
            <a:pPr indent="0" lvl="0" marL="0" marR="0" rtl="0" algn="r">
              <a:lnSpc>
                <a:spcPct val="100000"/>
              </a:lnSpc>
              <a:spcBef>
                <a:spcPts val="0"/>
              </a:spcBef>
              <a:spcAft>
                <a:spcPts val="0"/>
              </a:spcAft>
              <a:buSzPts val="1300"/>
              <a:buNone/>
            </a:pPr>
            <a:fld id="{00000000-1234-1234-1234-123412341234}" type="slidenum">
              <a:rPr lang="en-US" sz="1300">
                <a:solidFill>
                  <a:schemeClr val="dk1"/>
                </a:solidFill>
                <a:latin typeface="Arial"/>
                <a:ea typeface="Arial"/>
                <a:cs typeface="Arial"/>
                <a:sym typeface="Arial"/>
              </a:rPr>
              <a:t>‹#›</a:t>
            </a:fld>
            <a:endParaRPr sz="13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4: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rtl="0" algn="l">
              <a:lnSpc>
                <a:spcPct val="100000"/>
              </a:lnSpc>
              <a:spcBef>
                <a:spcPts val="360"/>
              </a:spcBef>
              <a:spcAft>
                <a:spcPts val="0"/>
              </a:spcAft>
              <a:buSzPts val="1400"/>
              <a:buNone/>
            </a:pPr>
            <a:r>
              <a:rPr lang="en-US"/>
              <a:t>Quiz 1: exit - left - left - left - left</a:t>
            </a:r>
            <a:endParaRPr/>
          </a:p>
          <a:p>
            <a:pPr indent="0" lvl="0" marL="0" rtl="0" algn="l">
              <a:lnSpc>
                <a:spcPct val="100000"/>
              </a:lnSpc>
              <a:spcBef>
                <a:spcPts val="360"/>
              </a:spcBef>
              <a:spcAft>
                <a:spcPts val="0"/>
              </a:spcAft>
              <a:buSzPts val="1400"/>
              <a:buNone/>
            </a:pPr>
            <a:r>
              <a:rPr lang="en-US"/>
              <a:t>Quiz 2: exit - left - left - right - exit</a:t>
            </a:r>
            <a:endParaRPr/>
          </a:p>
          <a:p>
            <a:pPr indent="0" lvl="0" marL="0" rtl="0" algn="l">
              <a:lnSpc>
                <a:spcPct val="100000"/>
              </a:lnSpc>
              <a:spcBef>
                <a:spcPts val="360"/>
              </a:spcBef>
              <a:spcAft>
                <a:spcPts val="0"/>
              </a:spcAft>
              <a:buClr>
                <a:schemeClr val="dk1"/>
              </a:buClr>
              <a:buSzPts val="1100"/>
              <a:buFont typeface="Arial"/>
              <a:buNone/>
            </a:pPr>
            <a:r>
              <a:rPr lang="en-US"/>
              <a:t>Quiz 3: 10*gamma^2 = 1 , so gamma = 0.316</a:t>
            </a:r>
            <a:endParaRPr/>
          </a:p>
        </p:txBody>
      </p:sp>
      <p:sp>
        <p:nvSpPr>
          <p:cNvPr id="291" name="Google Shape;291;p14: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5: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rtl="0" algn="l">
              <a:lnSpc>
                <a:spcPct val="100000"/>
              </a:lnSpc>
              <a:spcBef>
                <a:spcPts val="360"/>
              </a:spcBef>
              <a:spcAft>
                <a:spcPts val="0"/>
              </a:spcAft>
              <a:buSzPts val="1400"/>
              <a:buNone/>
            </a:pPr>
            <a:r>
              <a:t/>
            </a:r>
            <a:endParaRPr/>
          </a:p>
        </p:txBody>
      </p:sp>
      <p:sp>
        <p:nvSpPr>
          <p:cNvPr id="305" name="Google Shape;305;p15: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6:notes"/>
          <p:cNvSpPr txBox="1"/>
          <p:nvPr>
            <p:ph idx="1" type="body"/>
          </p:nvPr>
        </p:nvSpPr>
        <p:spPr>
          <a:xfrm>
            <a:off x="710905" y="4862233"/>
            <a:ext cx="5677492" cy="4603641"/>
          </a:xfrm>
          <a:prstGeom prst="rect">
            <a:avLst/>
          </a:prstGeom>
          <a:noFill/>
          <a:ln>
            <a:noFill/>
          </a:ln>
        </p:spPr>
        <p:txBody>
          <a:bodyPr anchorCtr="0" anchor="t" bIns="49500" lIns="99000" spcFirstLastPara="1" rIns="99000" wrap="square" tIns="49500">
            <a:noAutofit/>
          </a:bodyPr>
          <a:lstStyle/>
          <a:p>
            <a:pPr indent="0" lvl="0" marL="0" rtl="0" algn="l">
              <a:lnSpc>
                <a:spcPct val="100000"/>
              </a:lnSpc>
              <a:spcBef>
                <a:spcPts val="360"/>
              </a:spcBef>
              <a:spcAft>
                <a:spcPts val="0"/>
              </a:spcAft>
              <a:buSzPts val="1400"/>
              <a:buNone/>
            </a:pPr>
            <a:r>
              <a:t/>
            </a:r>
            <a:endParaRPr/>
          </a:p>
        </p:txBody>
      </p:sp>
      <p:sp>
        <p:nvSpPr>
          <p:cNvPr id="313" name="Google Shape;313;p16:notes"/>
          <p:cNvSpPr/>
          <p:nvPr>
            <p:ph idx="2" type="sldImg"/>
          </p:nvPr>
        </p:nvSpPr>
        <p:spPr>
          <a:xfrm>
            <a:off x="139700" y="768350"/>
            <a:ext cx="6819900"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0" y="1044578"/>
            <a:ext cx="12192000" cy="1470025"/>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4400" u="none" cap="none" strike="noStrike">
                <a:solidFill>
                  <a:schemeClr val="accent2"/>
                </a:solidFill>
                <a:latin typeface="Calibri"/>
                <a:ea typeface="Calibri"/>
                <a:cs typeface="Calibri"/>
                <a:sym typeface="Calibri"/>
              </a:defRPr>
            </a:lvl1pPr>
            <a:lvl2pPr lvl="1"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7" name="Google Shape;17;p18"/>
          <p:cNvSpPr txBox="1"/>
          <p:nvPr>
            <p:ph idx="1" type="subTitle"/>
          </p:nvPr>
        </p:nvSpPr>
        <p:spPr>
          <a:xfrm>
            <a:off x="0" y="3657600"/>
            <a:ext cx="12192000" cy="15240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640"/>
              </a:spcBef>
              <a:spcAft>
                <a:spcPts val="0"/>
              </a:spcAft>
              <a:buClr>
                <a:schemeClr val="accent2"/>
              </a:buClr>
              <a:buSzPts val="3200"/>
              <a:buFont typeface="Noto Sans Symbols"/>
              <a:buNone/>
              <a:defRPr b="0" i="0" sz="3200" u="none" cap="none" strike="noStrike">
                <a:solidFill>
                  <a:schemeClr val="dk1"/>
                </a:solidFill>
                <a:latin typeface="Calibri"/>
                <a:ea typeface="Calibri"/>
                <a:cs typeface="Calibri"/>
                <a:sym typeface="Calibri"/>
              </a:defRPr>
            </a:lvl1pPr>
            <a:lvl2pPr lvl="1" marR="0" algn="l">
              <a:lnSpc>
                <a:spcPct val="100000"/>
              </a:lnSpc>
              <a:spcBef>
                <a:spcPts val="56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2pPr>
            <a:lvl3pPr lvl="2" marR="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6pPr>
            <a:lvl7pPr lvl="6"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7pPr>
            <a:lvl8pPr lvl="7"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8pPr>
            <a:lvl9pPr lvl="8"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18" name="Google Shape;18;p18"/>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b="0" i="0" sz="15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 name="Google Shape;19;p18"/>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b="0" i="0" sz="15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19"/>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44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22" name="Google Shape;22;p19"/>
          <p:cNvSpPr txBox="1"/>
          <p:nvPr>
            <p:ph idx="1" type="body"/>
          </p:nvPr>
        </p:nvSpPr>
        <p:spPr>
          <a:xfrm>
            <a:off x="406400" y="1397001"/>
            <a:ext cx="11379200" cy="4729164"/>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accent2"/>
              </a:buClr>
              <a:buSzPts val="3200"/>
              <a:buFont typeface="Noto Sans Symbols"/>
              <a:buChar char="▪"/>
              <a:defRPr b="0" i="0" sz="3200" u="none" cap="none" strike="noStrike">
                <a:solidFill>
                  <a:schemeClr val="accent2"/>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3" name="Google Shape;23;p19"/>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b="0" i="0" sz="15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4" name="Google Shape;24;p19"/>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b="0" i="0" sz="15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0"/>
          <p:cNvSpPr txBox="1"/>
          <p:nvPr>
            <p:ph type="title"/>
          </p:nvPr>
        </p:nvSpPr>
        <p:spPr>
          <a:xfrm>
            <a:off x="722313" y="4406901"/>
            <a:ext cx="7772400" cy="1362075"/>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b="1" i="0" sz="40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27" name="Google Shape;27;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algn="l">
              <a:lnSpc>
                <a:spcPct val="100000"/>
              </a:lnSpc>
              <a:spcBef>
                <a:spcPts val="400"/>
              </a:spcBef>
              <a:spcAft>
                <a:spcPts val="0"/>
              </a:spcAft>
              <a:buClr>
                <a:schemeClr val="accent2"/>
              </a:buClr>
              <a:buSzPts val="2000"/>
              <a:buFont typeface="Noto Sans Symbols"/>
              <a:buNone/>
              <a:defRPr b="0" i="0" sz="2000" u="none" cap="none" strike="noStrike">
                <a:solidFill>
                  <a:schemeClr val="accent2"/>
                </a:solidFill>
                <a:latin typeface="Calibri"/>
                <a:ea typeface="Calibri"/>
                <a:cs typeface="Calibri"/>
                <a:sym typeface="Calibri"/>
              </a:defRPr>
            </a:lvl1pPr>
            <a:lvl2pPr indent="-228600" lvl="1" marL="914400" marR="0" algn="l">
              <a:lnSpc>
                <a:spcPct val="100000"/>
              </a:lnSpc>
              <a:spcBef>
                <a:spcPts val="380"/>
              </a:spcBef>
              <a:spcAft>
                <a:spcPts val="0"/>
              </a:spcAft>
              <a:buClr>
                <a:schemeClr val="dk1"/>
              </a:buClr>
              <a:buSzPts val="1900"/>
              <a:buFont typeface="Noto Sans Symbols"/>
              <a:buNone/>
              <a:defRPr b="0" i="0" sz="1900" u="none" cap="none" strike="noStrike">
                <a:solidFill>
                  <a:schemeClr val="dk1"/>
                </a:solidFill>
                <a:latin typeface="Calibri"/>
                <a:ea typeface="Calibri"/>
                <a:cs typeface="Calibri"/>
                <a:sym typeface="Calibri"/>
              </a:defRPr>
            </a:lvl2pPr>
            <a:lvl3pPr indent="-228600" lvl="2" marL="1371600" marR="0" algn="l">
              <a:lnSpc>
                <a:spcPct val="100000"/>
              </a:lnSpc>
              <a:spcBef>
                <a:spcPts val="320"/>
              </a:spcBef>
              <a:spcAft>
                <a:spcPts val="0"/>
              </a:spcAft>
              <a:buClr>
                <a:schemeClr val="accent2"/>
              </a:buClr>
              <a:buSzPts val="1600"/>
              <a:buFont typeface="Noto Sans Symbols"/>
              <a:buNone/>
              <a:defRPr b="0" i="0" sz="1600" u="none" cap="none" strike="noStrike">
                <a:solidFill>
                  <a:schemeClr val="dk1"/>
                </a:solidFill>
                <a:latin typeface="Calibri"/>
                <a:ea typeface="Calibri"/>
                <a:cs typeface="Calibri"/>
                <a:sym typeface="Calibri"/>
              </a:defRPr>
            </a:lvl3pPr>
            <a:lvl4pPr indent="-228600" lvl="3" marL="1828800" marR="0" algn="l">
              <a:lnSpc>
                <a:spcPct val="100000"/>
              </a:lnSpc>
              <a:spcBef>
                <a:spcPts val="300"/>
              </a:spcBef>
              <a:spcAft>
                <a:spcPts val="0"/>
              </a:spcAft>
              <a:buClr>
                <a:schemeClr val="dk1"/>
              </a:buClr>
              <a:buSzPts val="1500"/>
              <a:buFont typeface="Noto Sans Symbols"/>
              <a:buNone/>
              <a:defRPr b="0" i="0" sz="1500" u="none" cap="none" strike="noStrike">
                <a:solidFill>
                  <a:schemeClr val="dk1"/>
                </a:solidFill>
                <a:latin typeface="Calibri"/>
                <a:ea typeface="Calibri"/>
                <a:cs typeface="Calibri"/>
                <a:sym typeface="Calibri"/>
              </a:defRPr>
            </a:lvl4pPr>
            <a:lvl5pPr indent="-228600" lvl="4" marL="2286000" marR="0" algn="l">
              <a:lnSpc>
                <a:spcPct val="100000"/>
              </a:lnSpc>
              <a:spcBef>
                <a:spcPts val="300"/>
              </a:spcBef>
              <a:spcAft>
                <a:spcPts val="0"/>
              </a:spcAft>
              <a:buClr>
                <a:schemeClr val="accent2"/>
              </a:buClr>
              <a:buSzPts val="1500"/>
              <a:buFont typeface="Noto Sans Symbols"/>
              <a:buNone/>
              <a:defRPr b="0" i="0" sz="1500" u="none" cap="none" strike="noStrike">
                <a:solidFill>
                  <a:schemeClr val="dk1"/>
                </a:solidFill>
                <a:latin typeface="Calibri"/>
                <a:ea typeface="Calibri"/>
                <a:cs typeface="Calibri"/>
                <a:sym typeface="Calibri"/>
              </a:defRPr>
            </a:lvl5pPr>
            <a:lvl6pPr indent="-228600" lvl="5" marL="2743200" marR="0" algn="l">
              <a:lnSpc>
                <a:spcPct val="100000"/>
              </a:lnSpc>
              <a:spcBef>
                <a:spcPts val="300"/>
              </a:spcBef>
              <a:spcAft>
                <a:spcPts val="0"/>
              </a:spcAft>
              <a:buClr>
                <a:schemeClr val="accent2"/>
              </a:buClr>
              <a:buSzPts val="1500"/>
              <a:buFont typeface="Noto Sans Symbols"/>
              <a:buNone/>
              <a:defRPr b="0" i="0" sz="1500" u="none" cap="none" strike="noStrike">
                <a:solidFill>
                  <a:schemeClr val="dk1"/>
                </a:solidFill>
                <a:latin typeface="Arial"/>
                <a:ea typeface="Arial"/>
                <a:cs typeface="Arial"/>
                <a:sym typeface="Arial"/>
              </a:defRPr>
            </a:lvl6pPr>
            <a:lvl7pPr indent="-228600" lvl="6" marL="3200400" marR="0" algn="l">
              <a:lnSpc>
                <a:spcPct val="100000"/>
              </a:lnSpc>
              <a:spcBef>
                <a:spcPts val="300"/>
              </a:spcBef>
              <a:spcAft>
                <a:spcPts val="0"/>
              </a:spcAft>
              <a:buClr>
                <a:schemeClr val="accent2"/>
              </a:buClr>
              <a:buSzPts val="1500"/>
              <a:buFont typeface="Noto Sans Symbols"/>
              <a:buNone/>
              <a:defRPr b="0" i="0" sz="1500" u="none" cap="none" strike="noStrike">
                <a:solidFill>
                  <a:schemeClr val="dk1"/>
                </a:solidFill>
                <a:latin typeface="Arial"/>
                <a:ea typeface="Arial"/>
                <a:cs typeface="Arial"/>
                <a:sym typeface="Arial"/>
              </a:defRPr>
            </a:lvl7pPr>
            <a:lvl8pPr indent="-228600" lvl="7" marL="3657600" marR="0" algn="l">
              <a:lnSpc>
                <a:spcPct val="100000"/>
              </a:lnSpc>
              <a:spcBef>
                <a:spcPts val="300"/>
              </a:spcBef>
              <a:spcAft>
                <a:spcPts val="0"/>
              </a:spcAft>
              <a:buClr>
                <a:schemeClr val="accent2"/>
              </a:buClr>
              <a:buSzPts val="1500"/>
              <a:buFont typeface="Noto Sans Symbols"/>
              <a:buNone/>
              <a:defRPr b="0" i="0" sz="1500" u="none" cap="none" strike="noStrike">
                <a:solidFill>
                  <a:schemeClr val="dk1"/>
                </a:solidFill>
                <a:latin typeface="Arial"/>
                <a:ea typeface="Arial"/>
                <a:cs typeface="Arial"/>
                <a:sym typeface="Arial"/>
              </a:defRPr>
            </a:lvl8pPr>
            <a:lvl9pPr indent="-228600" lvl="8" marL="4114800" marR="0" algn="l">
              <a:lnSpc>
                <a:spcPct val="100000"/>
              </a:lnSpc>
              <a:spcBef>
                <a:spcPts val="300"/>
              </a:spcBef>
              <a:spcAft>
                <a:spcPts val="0"/>
              </a:spcAft>
              <a:buClr>
                <a:schemeClr val="accent2"/>
              </a:buClr>
              <a:buSzPts val="1500"/>
              <a:buFont typeface="Noto Sans Symbols"/>
              <a:buNone/>
              <a:defRPr b="0" i="0" sz="1500" u="none" cap="none" strike="noStrike">
                <a:solidFill>
                  <a:schemeClr val="dk1"/>
                </a:solidFill>
                <a:latin typeface="Arial"/>
                <a:ea typeface="Arial"/>
                <a:cs typeface="Arial"/>
                <a:sym typeface="Arial"/>
              </a:defRPr>
            </a:lvl9pPr>
          </a:lstStyle>
          <a:p/>
        </p:txBody>
      </p:sp>
      <p:sp>
        <p:nvSpPr>
          <p:cNvPr id="28" name="Google Shape;28;p20"/>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20"/>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21"/>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44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32" name="Google Shape;32;p21"/>
          <p:cNvSpPr txBox="1"/>
          <p:nvPr>
            <p:ph idx="1" type="body"/>
          </p:nvPr>
        </p:nvSpPr>
        <p:spPr>
          <a:xfrm>
            <a:off x="457200" y="1600201"/>
            <a:ext cx="4038600" cy="4525963"/>
          </a:xfrm>
          <a:prstGeom prst="rect">
            <a:avLst/>
          </a:prstGeom>
          <a:noFill/>
          <a:ln>
            <a:noFill/>
          </a:ln>
        </p:spPr>
        <p:txBody>
          <a:bodyPr anchorCtr="0" anchor="t" bIns="45700" lIns="91425" spcFirstLastPara="1" rIns="91425" wrap="square" tIns="45700">
            <a:noAutofit/>
          </a:bodyPr>
          <a:lstStyle>
            <a:lvl1pPr indent="-406400" lvl="0" marL="457200" marR="0" algn="l">
              <a:lnSpc>
                <a:spcPct val="100000"/>
              </a:lnSpc>
              <a:spcBef>
                <a:spcPts val="560"/>
              </a:spcBef>
              <a:spcAft>
                <a:spcPts val="0"/>
              </a:spcAft>
              <a:buClr>
                <a:schemeClr val="accent2"/>
              </a:buClr>
              <a:buSzPts val="2800"/>
              <a:buFont typeface="Noto Sans Symbols"/>
              <a:buChar char="▪"/>
              <a:defRPr b="0" i="0" sz="2800" u="none" cap="none" strike="noStrike">
                <a:solidFill>
                  <a:schemeClr val="accent2"/>
                </a:solidFill>
                <a:latin typeface="Calibri"/>
                <a:ea typeface="Calibri"/>
                <a:cs typeface="Calibri"/>
                <a:sym typeface="Calibri"/>
              </a:defRPr>
            </a:lvl1pPr>
            <a:lvl2pPr indent="-381000" lvl="1" marL="9144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2pPr>
            <a:lvl3pPr indent="-355600" lvl="2" marL="13716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Calibri"/>
                <a:ea typeface="Calibri"/>
                <a:cs typeface="Calibri"/>
                <a:sym typeface="Calibri"/>
              </a:defRPr>
            </a:lvl3pPr>
            <a:lvl4pPr indent="-349250" lvl="3" marL="1828800" marR="0" algn="l">
              <a:lnSpc>
                <a:spcPct val="100000"/>
              </a:lnSpc>
              <a:spcBef>
                <a:spcPts val="380"/>
              </a:spcBef>
              <a:spcAft>
                <a:spcPts val="0"/>
              </a:spcAft>
              <a:buClr>
                <a:schemeClr val="dk1"/>
              </a:buClr>
              <a:buSzPts val="1900"/>
              <a:buFont typeface="Noto Sans Symbols"/>
              <a:buChar char="▪"/>
              <a:defRPr b="0" i="0" sz="1900" u="none" cap="none" strike="noStrike">
                <a:solidFill>
                  <a:schemeClr val="dk1"/>
                </a:solidFill>
                <a:latin typeface="Calibri"/>
                <a:ea typeface="Calibri"/>
                <a:cs typeface="Calibri"/>
                <a:sym typeface="Calibri"/>
              </a:defRPr>
            </a:lvl4pPr>
            <a:lvl5pPr indent="-349250" lvl="4" marL="22860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Calibri"/>
                <a:ea typeface="Calibri"/>
                <a:cs typeface="Calibri"/>
                <a:sym typeface="Calibri"/>
              </a:defRPr>
            </a:lvl5pPr>
            <a:lvl6pPr indent="-349250" lvl="5" marL="27432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Arial"/>
                <a:ea typeface="Arial"/>
                <a:cs typeface="Arial"/>
                <a:sym typeface="Arial"/>
              </a:defRPr>
            </a:lvl6pPr>
            <a:lvl7pPr indent="-349250" lvl="6" marL="32004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Arial"/>
                <a:ea typeface="Arial"/>
                <a:cs typeface="Arial"/>
                <a:sym typeface="Arial"/>
              </a:defRPr>
            </a:lvl7pPr>
            <a:lvl8pPr indent="-349250" lvl="7" marL="36576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Arial"/>
                <a:ea typeface="Arial"/>
                <a:cs typeface="Arial"/>
                <a:sym typeface="Arial"/>
              </a:defRPr>
            </a:lvl8pPr>
            <a:lvl9pPr indent="-349250" lvl="8" marL="41148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Arial"/>
                <a:ea typeface="Arial"/>
                <a:cs typeface="Arial"/>
                <a:sym typeface="Arial"/>
              </a:defRPr>
            </a:lvl9pPr>
          </a:lstStyle>
          <a:p/>
        </p:txBody>
      </p:sp>
      <p:sp>
        <p:nvSpPr>
          <p:cNvPr id="33" name="Google Shape;33;p21"/>
          <p:cNvSpPr txBox="1"/>
          <p:nvPr>
            <p:ph idx="2" type="body"/>
          </p:nvPr>
        </p:nvSpPr>
        <p:spPr>
          <a:xfrm>
            <a:off x="4648200" y="1600201"/>
            <a:ext cx="4038600" cy="4525963"/>
          </a:xfrm>
          <a:prstGeom prst="rect">
            <a:avLst/>
          </a:prstGeom>
          <a:noFill/>
          <a:ln>
            <a:noFill/>
          </a:ln>
        </p:spPr>
        <p:txBody>
          <a:bodyPr anchorCtr="0" anchor="t" bIns="45700" lIns="91425" spcFirstLastPara="1" rIns="91425" wrap="square" tIns="45700">
            <a:noAutofit/>
          </a:bodyPr>
          <a:lstStyle>
            <a:lvl1pPr indent="-406400" lvl="0" marL="457200" marR="0" algn="l">
              <a:lnSpc>
                <a:spcPct val="100000"/>
              </a:lnSpc>
              <a:spcBef>
                <a:spcPts val="560"/>
              </a:spcBef>
              <a:spcAft>
                <a:spcPts val="0"/>
              </a:spcAft>
              <a:buClr>
                <a:schemeClr val="accent2"/>
              </a:buClr>
              <a:buSzPts val="2800"/>
              <a:buFont typeface="Noto Sans Symbols"/>
              <a:buChar char="▪"/>
              <a:defRPr b="0" i="0" sz="2800" u="none" cap="none" strike="noStrike">
                <a:solidFill>
                  <a:schemeClr val="accent2"/>
                </a:solidFill>
                <a:latin typeface="Calibri"/>
                <a:ea typeface="Calibri"/>
                <a:cs typeface="Calibri"/>
                <a:sym typeface="Calibri"/>
              </a:defRPr>
            </a:lvl1pPr>
            <a:lvl2pPr indent="-381000" lvl="1" marL="9144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2pPr>
            <a:lvl3pPr indent="-355600" lvl="2" marL="13716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Calibri"/>
                <a:ea typeface="Calibri"/>
                <a:cs typeface="Calibri"/>
                <a:sym typeface="Calibri"/>
              </a:defRPr>
            </a:lvl3pPr>
            <a:lvl4pPr indent="-349250" lvl="3" marL="1828800" marR="0" algn="l">
              <a:lnSpc>
                <a:spcPct val="100000"/>
              </a:lnSpc>
              <a:spcBef>
                <a:spcPts val="380"/>
              </a:spcBef>
              <a:spcAft>
                <a:spcPts val="0"/>
              </a:spcAft>
              <a:buClr>
                <a:schemeClr val="dk1"/>
              </a:buClr>
              <a:buSzPts val="1900"/>
              <a:buFont typeface="Noto Sans Symbols"/>
              <a:buChar char="▪"/>
              <a:defRPr b="0" i="0" sz="1900" u="none" cap="none" strike="noStrike">
                <a:solidFill>
                  <a:schemeClr val="dk1"/>
                </a:solidFill>
                <a:latin typeface="Calibri"/>
                <a:ea typeface="Calibri"/>
                <a:cs typeface="Calibri"/>
                <a:sym typeface="Calibri"/>
              </a:defRPr>
            </a:lvl4pPr>
            <a:lvl5pPr indent="-349250" lvl="4" marL="22860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Calibri"/>
                <a:ea typeface="Calibri"/>
                <a:cs typeface="Calibri"/>
                <a:sym typeface="Calibri"/>
              </a:defRPr>
            </a:lvl5pPr>
            <a:lvl6pPr indent="-349250" lvl="5" marL="27432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Arial"/>
                <a:ea typeface="Arial"/>
                <a:cs typeface="Arial"/>
                <a:sym typeface="Arial"/>
              </a:defRPr>
            </a:lvl6pPr>
            <a:lvl7pPr indent="-349250" lvl="6" marL="32004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Arial"/>
                <a:ea typeface="Arial"/>
                <a:cs typeface="Arial"/>
                <a:sym typeface="Arial"/>
              </a:defRPr>
            </a:lvl7pPr>
            <a:lvl8pPr indent="-349250" lvl="7" marL="36576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Arial"/>
                <a:ea typeface="Arial"/>
                <a:cs typeface="Arial"/>
                <a:sym typeface="Arial"/>
              </a:defRPr>
            </a:lvl8pPr>
            <a:lvl9pPr indent="-349250" lvl="8" marL="41148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Arial"/>
                <a:ea typeface="Arial"/>
                <a:cs typeface="Arial"/>
                <a:sym typeface="Arial"/>
              </a:defRPr>
            </a:lvl9pPr>
          </a:lstStyle>
          <a:p/>
        </p:txBody>
      </p:sp>
      <p:sp>
        <p:nvSpPr>
          <p:cNvPr id="34" name="Google Shape;34;p21"/>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5" name="Google Shape;35;p21"/>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2"/>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44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38" name="Google Shape;38;p22"/>
          <p:cNvSpPr txBox="1"/>
          <p:nvPr>
            <p:ph idx="1" type="body"/>
          </p:nvPr>
        </p:nvSpPr>
        <p:spPr>
          <a:xfrm>
            <a:off x="457202" y="1535113"/>
            <a:ext cx="4040188" cy="639763"/>
          </a:xfrm>
          <a:prstGeom prst="rect">
            <a:avLst/>
          </a:prstGeom>
          <a:noFill/>
          <a:ln>
            <a:noFill/>
          </a:ln>
        </p:spPr>
        <p:txBody>
          <a:bodyPr anchorCtr="0" anchor="b" bIns="45700" lIns="91425" spcFirstLastPara="1" rIns="91425" wrap="square" tIns="45700">
            <a:noAutofit/>
          </a:bodyPr>
          <a:lstStyle>
            <a:lvl1pPr indent="-228600" lvl="0" marL="457200" marR="0" algn="l">
              <a:lnSpc>
                <a:spcPct val="100000"/>
              </a:lnSpc>
              <a:spcBef>
                <a:spcPts val="480"/>
              </a:spcBef>
              <a:spcAft>
                <a:spcPts val="0"/>
              </a:spcAft>
              <a:buClr>
                <a:schemeClr val="accent2"/>
              </a:buClr>
              <a:buSzPts val="2400"/>
              <a:buFont typeface="Noto Sans Symbols"/>
              <a:buNone/>
              <a:defRPr b="1" i="0" sz="2400" u="none" cap="none" strike="noStrike">
                <a:solidFill>
                  <a:schemeClr val="accent2"/>
                </a:solidFill>
                <a:latin typeface="Calibri"/>
                <a:ea typeface="Calibri"/>
                <a:cs typeface="Calibri"/>
                <a:sym typeface="Calibri"/>
              </a:defRPr>
            </a:lvl1pPr>
            <a:lvl2pPr indent="-228600" lvl="1" marL="914400" marR="0" algn="l">
              <a:lnSpc>
                <a:spcPct val="100000"/>
              </a:lnSpc>
              <a:spcBef>
                <a:spcPts val="400"/>
              </a:spcBef>
              <a:spcAft>
                <a:spcPts val="0"/>
              </a:spcAft>
              <a:buClr>
                <a:schemeClr val="dk1"/>
              </a:buClr>
              <a:buSzPts val="2000"/>
              <a:buFont typeface="Noto Sans Symbols"/>
              <a:buNone/>
              <a:defRPr b="1" i="0" sz="2000" u="none" cap="none" strike="noStrike">
                <a:solidFill>
                  <a:schemeClr val="dk1"/>
                </a:solidFill>
                <a:latin typeface="Calibri"/>
                <a:ea typeface="Calibri"/>
                <a:cs typeface="Calibri"/>
                <a:sym typeface="Calibri"/>
              </a:defRPr>
            </a:lvl2pPr>
            <a:lvl3pPr indent="-228600" lvl="2" marL="1371600" marR="0" algn="l">
              <a:lnSpc>
                <a:spcPct val="100000"/>
              </a:lnSpc>
              <a:spcBef>
                <a:spcPts val="380"/>
              </a:spcBef>
              <a:spcAft>
                <a:spcPts val="0"/>
              </a:spcAft>
              <a:buClr>
                <a:schemeClr val="accent2"/>
              </a:buClr>
              <a:buSzPts val="1900"/>
              <a:buFont typeface="Noto Sans Symbols"/>
              <a:buNone/>
              <a:defRPr b="1" i="0" sz="1900" u="none" cap="none" strike="noStrike">
                <a:solidFill>
                  <a:schemeClr val="dk1"/>
                </a:solidFill>
                <a:latin typeface="Calibri"/>
                <a:ea typeface="Calibri"/>
                <a:cs typeface="Calibri"/>
                <a:sym typeface="Calibri"/>
              </a:defRPr>
            </a:lvl3pPr>
            <a:lvl4pPr indent="-228600" lvl="3" marL="1828800" marR="0" algn="l">
              <a:lnSpc>
                <a:spcPct val="100000"/>
              </a:lnSpc>
              <a:spcBef>
                <a:spcPts val="320"/>
              </a:spcBef>
              <a:spcAft>
                <a:spcPts val="0"/>
              </a:spcAft>
              <a:buClr>
                <a:schemeClr val="dk1"/>
              </a:buClr>
              <a:buSzPts val="1600"/>
              <a:buFont typeface="Noto Sans Symbols"/>
              <a:buNone/>
              <a:defRPr b="1" i="0" sz="1600" u="none" cap="none" strike="noStrike">
                <a:solidFill>
                  <a:schemeClr val="dk1"/>
                </a:solidFill>
                <a:latin typeface="Calibri"/>
                <a:ea typeface="Calibri"/>
                <a:cs typeface="Calibri"/>
                <a:sym typeface="Calibri"/>
              </a:defRPr>
            </a:lvl4pPr>
            <a:lvl5pPr indent="-228600" lvl="4" marL="2286000" marR="0" algn="l">
              <a:lnSpc>
                <a:spcPct val="100000"/>
              </a:lnSpc>
              <a:spcBef>
                <a:spcPts val="320"/>
              </a:spcBef>
              <a:spcAft>
                <a:spcPts val="0"/>
              </a:spcAft>
              <a:buClr>
                <a:schemeClr val="accent2"/>
              </a:buClr>
              <a:buSzPts val="1600"/>
              <a:buFont typeface="Noto Sans Symbols"/>
              <a:buNone/>
              <a:defRPr b="1" i="0" sz="1600" u="none" cap="none" strike="noStrike">
                <a:solidFill>
                  <a:schemeClr val="dk1"/>
                </a:solidFill>
                <a:latin typeface="Calibri"/>
                <a:ea typeface="Calibri"/>
                <a:cs typeface="Calibri"/>
                <a:sym typeface="Calibri"/>
              </a:defRPr>
            </a:lvl5pPr>
            <a:lvl6pPr indent="-228600" lvl="5" marL="2743200" marR="0" algn="l">
              <a:lnSpc>
                <a:spcPct val="100000"/>
              </a:lnSpc>
              <a:spcBef>
                <a:spcPts val="320"/>
              </a:spcBef>
              <a:spcAft>
                <a:spcPts val="0"/>
              </a:spcAft>
              <a:buClr>
                <a:schemeClr val="accent2"/>
              </a:buClr>
              <a:buSzPts val="1600"/>
              <a:buFont typeface="Noto Sans Symbols"/>
              <a:buNone/>
              <a:defRPr b="1" i="0" sz="1600" u="none" cap="none" strike="noStrike">
                <a:solidFill>
                  <a:schemeClr val="dk1"/>
                </a:solidFill>
                <a:latin typeface="Arial"/>
                <a:ea typeface="Arial"/>
                <a:cs typeface="Arial"/>
                <a:sym typeface="Arial"/>
              </a:defRPr>
            </a:lvl6pPr>
            <a:lvl7pPr indent="-228600" lvl="6" marL="3200400" marR="0" algn="l">
              <a:lnSpc>
                <a:spcPct val="100000"/>
              </a:lnSpc>
              <a:spcBef>
                <a:spcPts val="320"/>
              </a:spcBef>
              <a:spcAft>
                <a:spcPts val="0"/>
              </a:spcAft>
              <a:buClr>
                <a:schemeClr val="accent2"/>
              </a:buClr>
              <a:buSzPts val="1600"/>
              <a:buFont typeface="Noto Sans Symbols"/>
              <a:buNone/>
              <a:defRPr b="1" i="0" sz="1600" u="none" cap="none" strike="noStrike">
                <a:solidFill>
                  <a:schemeClr val="dk1"/>
                </a:solidFill>
                <a:latin typeface="Arial"/>
                <a:ea typeface="Arial"/>
                <a:cs typeface="Arial"/>
                <a:sym typeface="Arial"/>
              </a:defRPr>
            </a:lvl7pPr>
            <a:lvl8pPr indent="-228600" lvl="7" marL="3657600" marR="0" algn="l">
              <a:lnSpc>
                <a:spcPct val="100000"/>
              </a:lnSpc>
              <a:spcBef>
                <a:spcPts val="320"/>
              </a:spcBef>
              <a:spcAft>
                <a:spcPts val="0"/>
              </a:spcAft>
              <a:buClr>
                <a:schemeClr val="accent2"/>
              </a:buClr>
              <a:buSzPts val="1600"/>
              <a:buFont typeface="Noto Sans Symbols"/>
              <a:buNone/>
              <a:defRPr b="1" i="0" sz="1600" u="none" cap="none" strike="noStrike">
                <a:solidFill>
                  <a:schemeClr val="dk1"/>
                </a:solidFill>
                <a:latin typeface="Arial"/>
                <a:ea typeface="Arial"/>
                <a:cs typeface="Arial"/>
                <a:sym typeface="Arial"/>
              </a:defRPr>
            </a:lvl8pPr>
            <a:lvl9pPr indent="-228600" lvl="8" marL="4114800" marR="0" algn="l">
              <a:lnSpc>
                <a:spcPct val="100000"/>
              </a:lnSpc>
              <a:spcBef>
                <a:spcPts val="320"/>
              </a:spcBef>
              <a:spcAft>
                <a:spcPts val="0"/>
              </a:spcAft>
              <a:buClr>
                <a:schemeClr val="accent2"/>
              </a:buClr>
              <a:buSzPts val="1600"/>
              <a:buFont typeface="Noto Sans Symbols"/>
              <a:buNone/>
              <a:defRPr b="1" i="0" sz="1600" u="none" cap="none" strike="noStrike">
                <a:solidFill>
                  <a:schemeClr val="dk1"/>
                </a:solidFill>
                <a:latin typeface="Arial"/>
                <a:ea typeface="Arial"/>
                <a:cs typeface="Arial"/>
                <a:sym typeface="Arial"/>
              </a:defRPr>
            </a:lvl9pPr>
          </a:lstStyle>
          <a:p/>
        </p:txBody>
      </p:sp>
      <p:sp>
        <p:nvSpPr>
          <p:cNvPr id="39" name="Google Shape;39;p22"/>
          <p:cNvSpPr txBox="1"/>
          <p:nvPr>
            <p:ph idx="2" type="body"/>
          </p:nvPr>
        </p:nvSpPr>
        <p:spPr>
          <a:xfrm>
            <a:off x="457202"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accent2"/>
              </a:buClr>
              <a:buSzPts val="2400"/>
              <a:buFont typeface="Noto Sans Symbols"/>
              <a:buChar char="▪"/>
              <a:defRPr b="0" i="0" sz="2400" u="none" cap="none" strike="noStrike">
                <a:solidFill>
                  <a:schemeClr val="accent2"/>
                </a:solidFill>
                <a:latin typeface="Calibri"/>
                <a:ea typeface="Calibri"/>
                <a:cs typeface="Calibri"/>
                <a:sym typeface="Calibri"/>
              </a:defRPr>
            </a:lvl1pPr>
            <a:lvl2pPr indent="-355600" lvl="1" marL="9144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9250" lvl="2" marL="13716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Calibri"/>
                <a:ea typeface="Calibri"/>
                <a:cs typeface="Calibri"/>
                <a:sym typeface="Calibri"/>
              </a:defRPr>
            </a:lvl3pPr>
            <a:lvl4pPr indent="-330200" lvl="3" marL="1828800" marR="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algn="l">
              <a:lnSpc>
                <a:spcPct val="100000"/>
              </a:lnSpc>
              <a:spcBef>
                <a:spcPts val="320"/>
              </a:spcBef>
              <a:spcAft>
                <a:spcPts val="0"/>
              </a:spcAft>
              <a:buClr>
                <a:schemeClr val="accent2"/>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algn="l">
              <a:lnSpc>
                <a:spcPct val="100000"/>
              </a:lnSpc>
              <a:spcBef>
                <a:spcPts val="320"/>
              </a:spcBef>
              <a:spcAft>
                <a:spcPts val="0"/>
              </a:spcAft>
              <a:buClr>
                <a:schemeClr val="accent2"/>
              </a:buClr>
              <a:buSzPts val="1600"/>
              <a:buFont typeface="Noto Sans Symbols"/>
              <a:buChar char="▪"/>
              <a:defRPr b="0" i="0" sz="1600" u="none" cap="none" strike="noStrike">
                <a:solidFill>
                  <a:schemeClr val="dk1"/>
                </a:solidFill>
                <a:latin typeface="Arial"/>
                <a:ea typeface="Arial"/>
                <a:cs typeface="Arial"/>
                <a:sym typeface="Arial"/>
              </a:defRPr>
            </a:lvl6pPr>
            <a:lvl7pPr indent="-330200" lvl="6" marL="3200400" marR="0" algn="l">
              <a:lnSpc>
                <a:spcPct val="100000"/>
              </a:lnSpc>
              <a:spcBef>
                <a:spcPts val="320"/>
              </a:spcBef>
              <a:spcAft>
                <a:spcPts val="0"/>
              </a:spcAft>
              <a:buClr>
                <a:schemeClr val="accent2"/>
              </a:buClr>
              <a:buSzPts val="1600"/>
              <a:buFont typeface="Noto Sans Symbols"/>
              <a:buChar char="▪"/>
              <a:defRPr b="0" i="0" sz="1600" u="none" cap="none" strike="noStrike">
                <a:solidFill>
                  <a:schemeClr val="dk1"/>
                </a:solidFill>
                <a:latin typeface="Arial"/>
                <a:ea typeface="Arial"/>
                <a:cs typeface="Arial"/>
                <a:sym typeface="Arial"/>
              </a:defRPr>
            </a:lvl7pPr>
            <a:lvl8pPr indent="-330200" lvl="7" marL="3657600" marR="0" algn="l">
              <a:lnSpc>
                <a:spcPct val="100000"/>
              </a:lnSpc>
              <a:spcBef>
                <a:spcPts val="320"/>
              </a:spcBef>
              <a:spcAft>
                <a:spcPts val="0"/>
              </a:spcAft>
              <a:buClr>
                <a:schemeClr val="accent2"/>
              </a:buClr>
              <a:buSzPts val="1600"/>
              <a:buFont typeface="Noto Sans Symbols"/>
              <a:buChar char="▪"/>
              <a:defRPr b="0" i="0" sz="1600" u="none" cap="none" strike="noStrike">
                <a:solidFill>
                  <a:schemeClr val="dk1"/>
                </a:solidFill>
                <a:latin typeface="Arial"/>
                <a:ea typeface="Arial"/>
                <a:cs typeface="Arial"/>
                <a:sym typeface="Arial"/>
              </a:defRPr>
            </a:lvl8pPr>
            <a:lvl9pPr indent="-330200" lvl="8" marL="4114800" marR="0" algn="l">
              <a:lnSpc>
                <a:spcPct val="100000"/>
              </a:lnSpc>
              <a:spcBef>
                <a:spcPts val="320"/>
              </a:spcBef>
              <a:spcAft>
                <a:spcPts val="0"/>
              </a:spcAft>
              <a:buClr>
                <a:schemeClr val="accent2"/>
              </a:buClr>
              <a:buSzPts val="1600"/>
              <a:buFont typeface="Noto Sans Symbols"/>
              <a:buChar char="▪"/>
              <a:defRPr b="0" i="0" sz="1600" u="none" cap="none" strike="noStrike">
                <a:solidFill>
                  <a:schemeClr val="dk1"/>
                </a:solidFill>
                <a:latin typeface="Arial"/>
                <a:ea typeface="Arial"/>
                <a:cs typeface="Arial"/>
                <a:sym typeface="Arial"/>
              </a:defRPr>
            </a:lvl9pPr>
          </a:lstStyle>
          <a:p/>
        </p:txBody>
      </p:sp>
      <p:sp>
        <p:nvSpPr>
          <p:cNvPr id="40" name="Google Shape;40;p22"/>
          <p:cNvSpPr txBox="1"/>
          <p:nvPr>
            <p:ph idx="3" type="body"/>
          </p:nvPr>
        </p:nvSpPr>
        <p:spPr>
          <a:xfrm>
            <a:off x="4645027" y="1535113"/>
            <a:ext cx="4041775" cy="639763"/>
          </a:xfrm>
          <a:prstGeom prst="rect">
            <a:avLst/>
          </a:prstGeom>
          <a:noFill/>
          <a:ln>
            <a:noFill/>
          </a:ln>
        </p:spPr>
        <p:txBody>
          <a:bodyPr anchorCtr="0" anchor="b" bIns="45700" lIns="91425" spcFirstLastPara="1" rIns="91425" wrap="square" tIns="45700">
            <a:noAutofit/>
          </a:bodyPr>
          <a:lstStyle>
            <a:lvl1pPr indent="-228600" lvl="0" marL="457200" marR="0" algn="l">
              <a:lnSpc>
                <a:spcPct val="100000"/>
              </a:lnSpc>
              <a:spcBef>
                <a:spcPts val="480"/>
              </a:spcBef>
              <a:spcAft>
                <a:spcPts val="0"/>
              </a:spcAft>
              <a:buClr>
                <a:schemeClr val="accent2"/>
              </a:buClr>
              <a:buSzPts val="2400"/>
              <a:buFont typeface="Noto Sans Symbols"/>
              <a:buNone/>
              <a:defRPr b="1" i="0" sz="2400" u="none" cap="none" strike="noStrike">
                <a:solidFill>
                  <a:schemeClr val="accent2"/>
                </a:solidFill>
                <a:latin typeface="Calibri"/>
                <a:ea typeface="Calibri"/>
                <a:cs typeface="Calibri"/>
                <a:sym typeface="Calibri"/>
              </a:defRPr>
            </a:lvl1pPr>
            <a:lvl2pPr indent="-228600" lvl="1" marL="914400" marR="0" algn="l">
              <a:lnSpc>
                <a:spcPct val="100000"/>
              </a:lnSpc>
              <a:spcBef>
                <a:spcPts val="400"/>
              </a:spcBef>
              <a:spcAft>
                <a:spcPts val="0"/>
              </a:spcAft>
              <a:buClr>
                <a:schemeClr val="dk1"/>
              </a:buClr>
              <a:buSzPts val="2000"/>
              <a:buFont typeface="Noto Sans Symbols"/>
              <a:buNone/>
              <a:defRPr b="1" i="0" sz="2000" u="none" cap="none" strike="noStrike">
                <a:solidFill>
                  <a:schemeClr val="dk1"/>
                </a:solidFill>
                <a:latin typeface="Calibri"/>
                <a:ea typeface="Calibri"/>
                <a:cs typeface="Calibri"/>
                <a:sym typeface="Calibri"/>
              </a:defRPr>
            </a:lvl2pPr>
            <a:lvl3pPr indent="-228600" lvl="2" marL="1371600" marR="0" algn="l">
              <a:lnSpc>
                <a:spcPct val="100000"/>
              </a:lnSpc>
              <a:spcBef>
                <a:spcPts val="380"/>
              </a:spcBef>
              <a:spcAft>
                <a:spcPts val="0"/>
              </a:spcAft>
              <a:buClr>
                <a:schemeClr val="accent2"/>
              </a:buClr>
              <a:buSzPts val="1900"/>
              <a:buFont typeface="Noto Sans Symbols"/>
              <a:buNone/>
              <a:defRPr b="1" i="0" sz="1900" u="none" cap="none" strike="noStrike">
                <a:solidFill>
                  <a:schemeClr val="dk1"/>
                </a:solidFill>
                <a:latin typeface="Calibri"/>
                <a:ea typeface="Calibri"/>
                <a:cs typeface="Calibri"/>
                <a:sym typeface="Calibri"/>
              </a:defRPr>
            </a:lvl3pPr>
            <a:lvl4pPr indent="-228600" lvl="3" marL="1828800" marR="0" algn="l">
              <a:lnSpc>
                <a:spcPct val="100000"/>
              </a:lnSpc>
              <a:spcBef>
                <a:spcPts val="320"/>
              </a:spcBef>
              <a:spcAft>
                <a:spcPts val="0"/>
              </a:spcAft>
              <a:buClr>
                <a:schemeClr val="dk1"/>
              </a:buClr>
              <a:buSzPts val="1600"/>
              <a:buFont typeface="Noto Sans Symbols"/>
              <a:buNone/>
              <a:defRPr b="1" i="0" sz="1600" u="none" cap="none" strike="noStrike">
                <a:solidFill>
                  <a:schemeClr val="dk1"/>
                </a:solidFill>
                <a:latin typeface="Calibri"/>
                <a:ea typeface="Calibri"/>
                <a:cs typeface="Calibri"/>
                <a:sym typeface="Calibri"/>
              </a:defRPr>
            </a:lvl4pPr>
            <a:lvl5pPr indent="-228600" lvl="4" marL="2286000" marR="0" algn="l">
              <a:lnSpc>
                <a:spcPct val="100000"/>
              </a:lnSpc>
              <a:spcBef>
                <a:spcPts val="320"/>
              </a:spcBef>
              <a:spcAft>
                <a:spcPts val="0"/>
              </a:spcAft>
              <a:buClr>
                <a:schemeClr val="accent2"/>
              </a:buClr>
              <a:buSzPts val="1600"/>
              <a:buFont typeface="Noto Sans Symbols"/>
              <a:buNone/>
              <a:defRPr b="1" i="0" sz="1600" u="none" cap="none" strike="noStrike">
                <a:solidFill>
                  <a:schemeClr val="dk1"/>
                </a:solidFill>
                <a:latin typeface="Calibri"/>
                <a:ea typeface="Calibri"/>
                <a:cs typeface="Calibri"/>
                <a:sym typeface="Calibri"/>
              </a:defRPr>
            </a:lvl5pPr>
            <a:lvl6pPr indent="-228600" lvl="5" marL="2743200" marR="0" algn="l">
              <a:lnSpc>
                <a:spcPct val="100000"/>
              </a:lnSpc>
              <a:spcBef>
                <a:spcPts val="320"/>
              </a:spcBef>
              <a:spcAft>
                <a:spcPts val="0"/>
              </a:spcAft>
              <a:buClr>
                <a:schemeClr val="accent2"/>
              </a:buClr>
              <a:buSzPts val="1600"/>
              <a:buFont typeface="Noto Sans Symbols"/>
              <a:buNone/>
              <a:defRPr b="1" i="0" sz="1600" u="none" cap="none" strike="noStrike">
                <a:solidFill>
                  <a:schemeClr val="dk1"/>
                </a:solidFill>
                <a:latin typeface="Arial"/>
                <a:ea typeface="Arial"/>
                <a:cs typeface="Arial"/>
                <a:sym typeface="Arial"/>
              </a:defRPr>
            </a:lvl6pPr>
            <a:lvl7pPr indent="-228600" lvl="6" marL="3200400" marR="0" algn="l">
              <a:lnSpc>
                <a:spcPct val="100000"/>
              </a:lnSpc>
              <a:spcBef>
                <a:spcPts val="320"/>
              </a:spcBef>
              <a:spcAft>
                <a:spcPts val="0"/>
              </a:spcAft>
              <a:buClr>
                <a:schemeClr val="accent2"/>
              </a:buClr>
              <a:buSzPts val="1600"/>
              <a:buFont typeface="Noto Sans Symbols"/>
              <a:buNone/>
              <a:defRPr b="1" i="0" sz="1600" u="none" cap="none" strike="noStrike">
                <a:solidFill>
                  <a:schemeClr val="dk1"/>
                </a:solidFill>
                <a:latin typeface="Arial"/>
                <a:ea typeface="Arial"/>
                <a:cs typeface="Arial"/>
                <a:sym typeface="Arial"/>
              </a:defRPr>
            </a:lvl7pPr>
            <a:lvl8pPr indent="-228600" lvl="7" marL="3657600" marR="0" algn="l">
              <a:lnSpc>
                <a:spcPct val="100000"/>
              </a:lnSpc>
              <a:spcBef>
                <a:spcPts val="320"/>
              </a:spcBef>
              <a:spcAft>
                <a:spcPts val="0"/>
              </a:spcAft>
              <a:buClr>
                <a:schemeClr val="accent2"/>
              </a:buClr>
              <a:buSzPts val="1600"/>
              <a:buFont typeface="Noto Sans Symbols"/>
              <a:buNone/>
              <a:defRPr b="1" i="0" sz="1600" u="none" cap="none" strike="noStrike">
                <a:solidFill>
                  <a:schemeClr val="dk1"/>
                </a:solidFill>
                <a:latin typeface="Arial"/>
                <a:ea typeface="Arial"/>
                <a:cs typeface="Arial"/>
                <a:sym typeface="Arial"/>
              </a:defRPr>
            </a:lvl8pPr>
            <a:lvl9pPr indent="-228600" lvl="8" marL="4114800" marR="0" algn="l">
              <a:lnSpc>
                <a:spcPct val="100000"/>
              </a:lnSpc>
              <a:spcBef>
                <a:spcPts val="320"/>
              </a:spcBef>
              <a:spcAft>
                <a:spcPts val="0"/>
              </a:spcAft>
              <a:buClr>
                <a:schemeClr val="accent2"/>
              </a:buClr>
              <a:buSzPts val="1600"/>
              <a:buFont typeface="Noto Sans Symbols"/>
              <a:buNone/>
              <a:defRPr b="1" i="0" sz="1600" u="none" cap="none" strike="noStrike">
                <a:solidFill>
                  <a:schemeClr val="dk1"/>
                </a:solidFill>
                <a:latin typeface="Arial"/>
                <a:ea typeface="Arial"/>
                <a:cs typeface="Arial"/>
                <a:sym typeface="Arial"/>
              </a:defRPr>
            </a:lvl9pPr>
          </a:lstStyle>
          <a:p/>
        </p:txBody>
      </p:sp>
      <p:sp>
        <p:nvSpPr>
          <p:cNvPr id="41" name="Google Shape;41;p22"/>
          <p:cNvSpPr txBox="1"/>
          <p:nvPr>
            <p:ph idx="4" type="body"/>
          </p:nvPr>
        </p:nvSpPr>
        <p:spPr>
          <a:xfrm>
            <a:off x="4645027"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accent2"/>
              </a:buClr>
              <a:buSzPts val="2400"/>
              <a:buFont typeface="Noto Sans Symbols"/>
              <a:buChar char="▪"/>
              <a:defRPr b="0" i="0" sz="2400" u="none" cap="none" strike="noStrike">
                <a:solidFill>
                  <a:schemeClr val="accent2"/>
                </a:solidFill>
                <a:latin typeface="Calibri"/>
                <a:ea typeface="Calibri"/>
                <a:cs typeface="Calibri"/>
                <a:sym typeface="Calibri"/>
              </a:defRPr>
            </a:lvl1pPr>
            <a:lvl2pPr indent="-355600" lvl="1" marL="9144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9250" lvl="2" marL="1371600" marR="0" algn="l">
              <a:lnSpc>
                <a:spcPct val="100000"/>
              </a:lnSpc>
              <a:spcBef>
                <a:spcPts val="380"/>
              </a:spcBef>
              <a:spcAft>
                <a:spcPts val="0"/>
              </a:spcAft>
              <a:buClr>
                <a:schemeClr val="accent2"/>
              </a:buClr>
              <a:buSzPts val="1900"/>
              <a:buFont typeface="Noto Sans Symbols"/>
              <a:buChar char="▪"/>
              <a:defRPr b="0" i="0" sz="1900" u="none" cap="none" strike="noStrike">
                <a:solidFill>
                  <a:schemeClr val="dk1"/>
                </a:solidFill>
                <a:latin typeface="Calibri"/>
                <a:ea typeface="Calibri"/>
                <a:cs typeface="Calibri"/>
                <a:sym typeface="Calibri"/>
              </a:defRPr>
            </a:lvl3pPr>
            <a:lvl4pPr indent="-330200" lvl="3" marL="1828800" marR="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algn="l">
              <a:lnSpc>
                <a:spcPct val="100000"/>
              </a:lnSpc>
              <a:spcBef>
                <a:spcPts val="320"/>
              </a:spcBef>
              <a:spcAft>
                <a:spcPts val="0"/>
              </a:spcAft>
              <a:buClr>
                <a:schemeClr val="accent2"/>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algn="l">
              <a:lnSpc>
                <a:spcPct val="100000"/>
              </a:lnSpc>
              <a:spcBef>
                <a:spcPts val="320"/>
              </a:spcBef>
              <a:spcAft>
                <a:spcPts val="0"/>
              </a:spcAft>
              <a:buClr>
                <a:schemeClr val="accent2"/>
              </a:buClr>
              <a:buSzPts val="1600"/>
              <a:buFont typeface="Noto Sans Symbols"/>
              <a:buChar char="▪"/>
              <a:defRPr b="0" i="0" sz="1600" u="none" cap="none" strike="noStrike">
                <a:solidFill>
                  <a:schemeClr val="dk1"/>
                </a:solidFill>
                <a:latin typeface="Arial"/>
                <a:ea typeface="Arial"/>
                <a:cs typeface="Arial"/>
                <a:sym typeface="Arial"/>
              </a:defRPr>
            </a:lvl6pPr>
            <a:lvl7pPr indent="-330200" lvl="6" marL="3200400" marR="0" algn="l">
              <a:lnSpc>
                <a:spcPct val="100000"/>
              </a:lnSpc>
              <a:spcBef>
                <a:spcPts val="320"/>
              </a:spcBef>
              <a:spcAft>
                <a:spcPts val="0"/>
              </a:spcAft>
              <a:buClr>
                <a:schemeClr val="accent2"/>
              </a:buClr>
              <a:buSzPts val="1600"/>
              <a:buFont typeface="Noto Sans Symbols"/>
              <a:buChar char="▪"/>
              <a:defRPr b="0" i="0" sz="1600" u="none" cap="none" strike="noStrike">
                <a:solidFill>
                  <a:schemeClr val="dk1"/>
                </a:solidFill>
                <a:latin typeface="Arial"/>
                <a:ea typeface="Arial"/>
                <a:cs typeface="Arial"/>
                <a:sym typeface="Arial"/>
              </a:defRPr>
            </a:lvl7pPr>
            <a:lvl8pPr indent="-330200" lvl="7" marL="3657600" marR="0" algn="l">
              <a:lnSpc>
                <a:spcPct val="100000"/>
              </a:lnSpc>
              <a:spcBef>
                <a:spcPts val="320"/>
              </a:spcBef>
              <a:spcAft>
                <a:spcPts val="0"/>
              </a:spcAft>
              <a:buClr>
                <a:schemeClr val="accent2"/>
              </a:buClr>
              <a:buSzPts val="1600"/>
              <a:buFont typeface="Noto Sans Symbols"/>
              <a:buChar char="▪"/>
              <a:defRPr b="0" i="0" sz="1600" u="none" cap="none" strike="noStrike">
                <a:solidFill>
                  <a:schemeClr val="dk1"/>
                </a:solidFill>
                <a:latin typeface="Arial"/>
                <a:ea typeface="Arial"/>
                <a:cs typeface="Arial"/>
                <a:sym typeface="Arial"/>
              </a:defRPr>
            </a:lvl8pPr>
            <a:lvl9pPr indent="-330200" lvl="8" marL="4114800" marR="0" algn="l">
              <a:lnSpc>
                <a:spcPct val="100000"/>
              </a:lnSpc>
              <a:spcBef>
                <a:spcPts val="320"/>
              </a:spcBef>
              <a:spcAft>
                <a:spcPts val="0"/>
              </a:spcAft>
              <a:buClr>
                <a:schemeClr val="accent2"/>
              </a:buClr>
              <a:buSzPts val="1600"/>
              <a:buFont typeface="Noto Sans Symbols"/>
              <a:buChar char="▪"/>
              <a:defRPr b="0" i="0" sz="1600" u="none" cap="none" strike="noStrike">
                <a:solidFill>
                  <a:schemeClr val="dk1"/>
                </a:solidFill>
                <a:latin typeface="Arial"/>
                <a:ea typeface="Arial"/>
                <a:cs typeface="Arial"/>
                <a:sym typeface="Arial"/>
              </a:defRPr>
            </a:lvl9pPr>
          </a:lstStyle>
          <a:p/>
        </p:txBody>
      </p:sp>
      <p:sp>
        <p:nvSpPr>
          <p:cNvPr id="42" name="Google Shape;42;p22"/>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3" name="Google Shape;43;p22"/>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23"/>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44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46" name="Google Shape;46;p23"/>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7" name="Google Shape;47;p23"/>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0" name="Google Shape;50;p24"/>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1" name="Shape 51"/>
        <p:cNvGrpSpPr/>
        <p:nvPr/>
      </p:nvGrpSpPr>
      <p:grpSpPr>
        <a:xfrm>
          <a:off x="0" y="0"/>
          <a:ext cx="0" cy="0"/>
          <a:chOff x="0" y="0"/>
          <a:chExt cx="0" cy="0"/>
        </a:xfrm>
      </p:grpSpPr>
      <p:sp>
        <p:nvSpPr>
          <p:cNvPr id="52" name="Google Shape;52;p25"/>
          <p:cNvSpPr txBox="1"/>
          <p:nvPr>
            <p:ph type="title"/>
          </p:nvPr>
        </p:nvSpPr>
        <p:spPr>
          <a:xfrm>
            <a:off x="457202" y="273049"/>
            <a:ext cx="3008313" cy="1162051"/>
          </a:xfrm>
          <a:prstGeom prst="rect">
            <a:avLst/>
          </a:prstGeom>
          <a:noFill/>
          <a:ln>
            <a:noFill/>
          </a:ln>
        </p:spPr>
        <p:txBody>
          <a:bodyPr anchorCtr="0" anchor="b" bIns="45700" lIns="91425" spcFirstLastPara="1" rIns="91425" wrap="square" tIns="45700">
            <a:noAutofit/>
          </a:bodyPr>
          <a:lstStyle>
            <a:lvl1pPr lvl="0" marR="0" algn="l">
              <a:lnSpc>
                <a:spcPct val="100000"/>
              </a:lnSpc>
              <a:spcBef>
                <a:spcPts val="0"/>
              </a:spcBef>
              <a:spcAft>
                <a:spcPts val="0"/>
              </a:spcAft>
              <a:buSzPts val="1400"/>
              <a:buNone/>
              <a:defRPr b="1" i="0" sz="20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53" name="Google Shape;53;p25"/>
          <p:cNvSpPr txBox="1"/>
          <p:nvPr>
            <p:ph idx="1" type="body"/>
          </p:nvPr>
        </p:nvSpPr>
        <p:spPr>
          <a:xfrm>
            <a:off x="3575051" y="273053"/>
            <a:ext cx="5111751" cy="5853113"/>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accent2"/>
              </a:buClr>
              <a:buSzPts val="3200"/>
              <a:buFont typeface="Noto Sans Symbols"/>
              <a:buChar char="▪"/>
              <a:defRPr b="0" i="0" sz="3200" u="none" cap="none" strike="noStrike">
                <a:solidFill>
                  <a:schemeClr val="accent2"/>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54" name="Google Shape;54;p25"/>
          <p:cNvSpPr txBox="1"/>
          <p:nvPr>
            <p:ph idx="2" type="body"/>
          </p:nvPr>
        </p:nvSpPr>
        <p:spPr>
          <a:xfrm>
            <a:off x="457202" y="1435103"/>
            <a:ext cx="3008313" cy="46910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00"/>
              </a:spcBef>
              <a:spcAft>
                <a:spcPts val="0"/>
              </a:spcAft>
              <a:buClr>
                <a:schemeClr val="accent2"/>
              </a:buClr>
              <a:buSzPts val="1500"/>
              <a:buFont typeface="Noto Sans Symbols"/>
              <a:buNone/>
              <a:defRPr b="0" i="0" sz="1500" u="none" cap="none" strike="noStrike">
                <a:solidFill>
                  <a:schemeClr val="accent2"/>
                </a:solidFill>
                <a:latin typeface="Calibri"/>
                <a:ea typeface="Calibri"/>
                <a:cs typeface="Calibri"/>
                <a:sym typeface="Calibri"/>
              </a:defRPr>
            </a:lvl1pPr>
            <a:lvl2pPr indent="-228600" lvl="1" marL="914400" marR="0" algn="l">
              <a:lnSpc>
                <a:spcPct val="100000"/>
              </a:lnSpc>
              <a:spcBef>
                <a:spcPts val="240"/>
              </a:spcBef>
              <a:spcAft>
                <a:spcPts val="0"/>
              </a:spcAft>
              <a:buClr>
                <a:schemeClr val="dk1"/>
              </a:buClr>
              <a:buSzPts val="1200"/>
              <a:buFont typeface="Noto Sans Symbols"/>
              <a:buNone/>
              <a:defRPr b="0" i="0" sz="1200" u="none" cap="none" strike="noStrike">
                <a:solidFill>
                  <a:schemeClr val="dk1"/>
                </a:solidFill>
                <a:latin typeface="Calibri"/>
                <a:ea typeface="Calibri"/>
                <a:cs typeface="Calibri"/>
                <a:sym typeface="Calibri"/>
              </a:defRPr>
            </a:lvl2pPr>
            <a:lvl3pPr indent="-228600" lvl="2" marL="1371600" marR="0" algn="l">
              <a:lnSpc>
                <a:spcPct val="100000"/>
              </a:lnSpc>
              <a:spcBef>
                <a:spcPts val="220"/>
              </a:spcBef>
              <a:spcAft>
                <a:spcPts val="0"/>
              </a:spcAft>
              <a:buClr>
                <a:schemeClr val="accent2"/>
              </a:buClr>
              <a:buSzPts val="1100"/>
              <a:buFont typeface="Noto Sans Symbols"/>
              <a:buNone/>
              <a:defRPr b="0" i="0" sz="1100" u="none" cap="none" strike="noStrike">
                <a:solidFill>
                  <a:schemeClr val="dk1"/>
                </a:solidFill>
                <a:latin typeface="Calibri"/>
                <a:ea typeface="Calibri"/>
                <a:cs typeface="Calibri"/>
                <a:sym typeface="Calibri"/>
              </a:defRPr>
            </a:lvl3pPr>
            <a:lvl4pPr indent="-228600" lvl="3" marL="1828800" marR="0" algn="l">
              <a:lnSpc>
                <a:spcPct val="100000"/>
              </a:lnSpc>
              <a:spcBef>
                <a:spcPts val="180"/>
              </a:spcBef>
              <a:spcAft>
                <a:spcPts val="0"/>
              </a:spcAft>
              <a:buClr>
                <a:schemeClr val="dk1"/>
              </a:buClr>
              <a:buSzPts val="900"/>
              <a:buFont typeface="Noto Sans Symbols"/>
              <a:buNone/>
              <a:defRPr b="0" i="0" sz="900" u="none" cap="none" strike="noStrike">
                <a:solidFill>
                  <a:schemeClr val="dk1"/>
                </a:solidFill>
                <a:latin typeface="Calibri"/>
                <a:ea typeface="Calibri"/>
                <a:cs typeface="Calibri"/>
                <a:sym typeface="Calibri"/>
              </a:defRPr>
            </a:lvl4pPr>
            <a:lvl5pPr indent="-228600" lvl="4" marL="2286000" marR="0" algn="l">
              <a:lnSpc>
                <a:spcPct val="100000"/>
              </a:lnSpc>
              <a:spcBef>
                <a:spcPts val="180"/>
              </a:spcBef>
              <a:spcAft>
                <a:spcPts val="0"/>
              </a:spcAft>
              <a:buClr>
                <a:schemeClr val="accent2"/>
              </a:buClr>
              <a:buSzPts val="900"/>
              <a:buFont typeface="Noto Sans Symbols"/>
              <a:buNone/>
              <a:defRPr b="0" i="0" sz="900" u="none" cap="none" strike="noStrike">
                <a:solidFill>
                  <a:schemeClr val="dk1"/>
                </a:solidFill>
                <a:latin typeface="Calibri"/>
                <a:ea typeface="Calibri"/>
                <a:cs typeface="Calibri"/>
                <a:sym typeface="Calibri"/>
              </a:defRPr>
            </a:lvl5pPr>
            <a:lvl6pPr indent="-228600" lvl="5" marL="2743200" marR="0" algn="l">
              <a:lnSpc>
                <a:spcPct val="100000"/>
              </a:lnSpc>
              <a:spcBef>
                <a:spcPts val="180"/>
              </a:spcBef>
              <a:spcAft>
                <a:spcPts val="0"/>
              </a:spcAft>
              <a:buClr>
                <a:schemeClr val="accent2"/>
              </a:buClr>
              <a:buSzPts val="900"/>
              <a:buFont typeface="Noto Sans Symbols"/>
              <a:buNone/>
              <a:defRPr b="0" i="0" sz="900" u="none" cap="none" strike="noStrike">
                <a:solidFill>
                  <a:schemeClr val="dk1"/>
                </a:solidFill>
                <a:latin typeface="Arial"/>
                <a:ea typeface="Arial"/>
                <a:cs typeface="Arial"/>
                <a:sym typeface="Arial"/>
              </a:defRPr>
            </a:lvl6pPr>
            <a:lvl7pPr indent="-228600" lvl="6" marL="3200400" marR="0" algn="l">
              <a:lnSpc>
                <a:spcPct val="100000"/>
              </a:lnSpc>
              <a:spcBef>
                <a:spcPts val="180"/>
              </a:spcBef>
              <a:spcAft>
                <a:spcPts val="0"/>
              </a:spcAft>
              <a:buClr>
                <a:schemeClr val="accent2"/>
              </a:buClr>
              <a:buSzPts val="900"/>
              <a:buFont typeface="Noto Sans Symbols"/>
              <a:buNone/>
              <a:defRPr b="0" i="0" sz="900" u="none" cap="none" strike="noStrike">
                <a:solidFill>
                  <a:schemeClr val="dk1"/>
                </a:solidFill>
                <a:latin typeface="Arial"/>
                <a:ea typeface="Arial"/>
                <a:cs typeface="Arial"/>
                <a:sym typeface="Arial"/>
              </a:defRPr>
            </a:lvl7pPr>
            <a:lvl8pPr indent="-228600" lvl="7" marL="3657600" marR="0" algn="l">
              <a:lnSpc>
                <a:spcPct val="100000"/>
              </a:lnSpc>
              <a:spcBef>
                <a:spcPts val="180"/>
              </a:spcBef>
              <a:spcAft>
                <a:spcPts val="0"/>
              </a:spcAft>
              <a:buClr>
                <a:schemeClr val="accent2"/>
              </a:buClr>
              <a:buSzPts val="900"/>
              <a:buFont typeface="Noto Sans Symbols"/>
              <a:buNone/>
              <a:defRPr b="0" i="0" sz="900" u="none" cap="none" strike="noStrike">
                <a:solidFill>
                  <a:schemeClr val="dk1"/>
                </a:solidFill>
                <a:latin typeface="Arial"/>
                <a:ea typeface="Arial"/>
                <a:cs typeface="Arial"/>
                <a:sym typeface="Arial"/>
              </a:defRPr>
            </a:lvl8pPr>
            <a:lvl9pPr indent="-228600" lvl="8" marL="4114800" marR="0" algn="l">
              <a:lnSpc>
                <a:spcPct val="100000"/>
              </a:lnSpc>
              <a:spcBef>
                <a:spcPts val="180"/>
              </a:spcBef>
              <a:spcAft>
                <a:spcPts val="0"/>
              </a:spcAft>
              <a:buClr>
                <a:schemeClr val="accent2"/>
              </a:buClr>
              <a:buSzPts val="900"/>
              <a:buFont typeface="Noto Sans Symbols"/>
              <a:buNone/>
              <a:defRPr b="0" i="0" sz="900" u="none" cap="none" strike="noStrike">
                <a:solidFill>
                  <a:schemeClr val="dk1"/>
                </a:solidFill>
                <a:latin typeface="Arial"/>
                <a:ea typeface="Arial"/>
                <a:cs typeface="Arial"/>
                <a:sym typeface="Arial"/>
              </a:defRPr>
            </a:lvl9pPr>
          </a:lstStyle>
          <a:p/>
        </p:txBody>
      </p:sp>
      <p:sp>
        <p:nvSpPr>
          <p:cNvPr id="55" name="Google Shape;55;p25"/>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6" name="Google Shape;56;p25"/>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26"/>
          <p:cNvSpPr txBox="1"/>
          <p:nvPr>
            <p:ph type="title"/>
          </p:nvPr>
        </p:nvSpPr>
        <p:spPr>
          <a:xfrm>
            <a:off x="1792288" y="4800601"/>
            <a:ext cx="5486400" cy="566739"/>
          </a:xfrm>
          <a:prstGeom prst="rect">
            <a:avLst/>
          </a:prstGeom>
          <a:noFill/>
          <a:ln>
            <a:noFill/>
          </a:ln>
        </p:spPr>
        <p:txBody>
          <a:bodyPr anchorCtr="0" anchor="b" bIns="45700" lIns="91425" spcFirstLastPara="1" rIns="91425" wrap="square" tIns="45700">
            <a:noAutofit/>
          </a:bodyPr>
          <a:lstStyle>
            <a:lvl1pPr lvl="0" marR="0" algn="l">
              <a:lnSpc>
                <a:spcPct val="100000"/>
              </a:lnSpc>
              <a:spcBef>
                <a:spcPts val="0"/>
              </a:spcBef>
              <a:spcAft>
                <a:spcPts val="0"/>
              </a:spcAft>
              <a:buSzPts val="1400"/>
              <a:buNone/>
              <a:defRPr b="1" i="0" sz="20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59" name="Google Shape;59;p26"/>
          <p:cNvSpPr/>
          <p:nvPr>
            <p:ph idx="2" type="pic"/>
          </p:nvPr>
        </p:nvSpPr>
        <p:spPr>
          <a:xfrm>
            <a:off x="1792288" y="612775"/>
            <a:ext cx="5486400" cy="4114800"/>
          </a:xfrm>
          <a:prstGeom prst="rect">
            <a:avLst/>
          </a:prstGeom>
          <a:noFill/>
          <a:ln>
            <a:noFill/>
          </a:ln>
        </p:spPr>
      </p:sp>
      <p:sp>
        <p:nvSpPr>
          <p:cNvPr id="60" name="Google Shape;60;p26"/>
          <p:cNvSpPr txBox="1"/>
          <p:nvPr>
            <p:ph idx="1" type="body"/>
          </p:nvPr>
        </p:nvSpPr>
        <p:spPr>
          <a:xfrm>
            <a:off x="1792288" y="5367339"/>
            <a:ext cx="5486400" cy="8048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00"/>
              </a:spcBef>
              <a:spcAft>
                <a:spcPts val="0"/>
              </a:spcAft>
              <a:buClr>
                <a:schemeClr val="accent2"/>
              </a:buClr>
              <a:buSzPts val="1500"/>
              <a:buFont typeface="Noto Sans Symbols"/>
              <a:buNone/>
              <a:defRPr b="0" i="0" sz="1500" u="none" cap="none" strike="noStrike">
                <a:solidFill>
                  <a:schemeClr val="accent2"/>
                </a:solidFill>
                <a:latin typeface="Calibri"/>
                <a:ea typeface="Calibri"/>
                <a:cs typeface="Calibri"/>
                <a:sym typeface="Calibri"/>
              </a:defRPr>
            </a:lvl1pPr>
            <a:lvl2pPr indent="-228600" lvl="1" marL="914400" marR="0" algn="l">
              <a:lnSpc>
                <a:spcPct val="100000"/>
              </a:lnSpc>
              <a:spcBef>
                <a:spcPts val="240"/>
              </a:spcBef>
              <a:spcAft>
                <a:spcPts val="0"/>
              </a:spcAft>
              <a:buClr>
                <a:schemeClr val="dk1"/>
              </a:buClr>
              <a:buSzPts val="1200"/>
              <a:buFont typeface="Noto Sans Symbols"/>
              <a:buNone/>
              <a:defRPr b="0" i="0" sz="1200" u="none" cap="none" strike="noStrike">
                <a:solidFill>
                  <a:schemeClr val="dk1"/>
                </a:solidFill>
                <a:latin typeface="Calibri"/>
                <a:ea typeface="Calibri"/>
                <a:cs typeface="Calibri"/>
                <a:sym typeface="Calibri"/>
              </a:defRPr>
            </a:lvl2pPr>
            <a:lvl3pPr indent="-228600" lvl="2" marL="1371600" marR="0" algn="l">
              <a:lnSpc>
                <a:spcPct val="100000"/>
              </a:lnSpc>
              <a:spcBef>
                <a:spcPts val="220"/>
              </a:spcBef>
              <a:spcAft>
                <a:spcPts val="0"/>
              </a:spcAft>
              <a:buClr>
                <a:schemeClr val="accent2"/>
              </a:buClr>
              <a:buSzPts val="1100"/>
              <a:buFont typeface="Noto Sans Symbols"/>
              <a:buNone/>
              <a:defRPr b="0" i="0" sz="1100" u="none" cap="none" strike="noStrike">
                <a:solidFill>
                  <a:schemeClr val="dk1"/>
                </a:solidFill>
                <a:latin typeface="Calibri"/>
                <a:ea typeface="Calibri"/>
                <a:cs typeface="Calibri"/>
                <a:sym typeface="Calibri"/>
              </a:defRPr>
            </a:lvl3pPr>
            <a:lvl4pPr indent="-228600" lvl="3" marL="1828800" marR="0" algn="l">
              <a:lnSpc>
                <a:spcPct val="100000"/>
              </a:lnSpc>
              <a:spcBef>
                <a:spcPts val="180"/>
              </a:spcBef>
              <a:spcAft>
                <a:spcPts val="0"/>
              </a:spcAft>
              <a:buClr>
                <a:schemeClr val="dk1"/>
              </a:buClr>
              <a:buSzPts val="900"/>
              <a:buFont typeface="Noto Sans Symbols"/>
              <a:buNone/>
              <a:defRPr b="0" i="0" sz="900" u="none" cap="none" strike="noStrike">
                <a:solidFill>
                  <a:schemeClr val="dk1"/>
                </a:solidFill>
                <a:latin typeface="Calibri"/>
                <a:ea typeface="Calibri"/>
                <a:cs typeface="Calibri"/>
                <a:sym typeface="Calibri"/>
              </a:defRPr>
            </a:lvl4pPr>
            <a:lvl5pPr indent="-228600" lvl="4" marL="2286000" marR="0" algn="l">
              <a:lnSpc>
                <a:spcPct val="100000"/>
              </a:lnSpc>
              <a:spcBef>
                <a:spcPts val="180"/>
              </a:spcBef>
              <a:spcAft>
                <a:spcPts val="0"/>
              </a:spcAft>
              <a:buClr>
                <a:schemeClr val="accent2"/>
              </a:buClr>
              <a:buSzPts val="900"/>
              <a:buFont typeface="Noto Sans Symbols"/>
              <a:buNone/>
              <a:defRPr b="0" i="0" sz="900" u="none" cap="none" strike="noStrike">
                <a:solidFill>
                  <a:schemeClr val="dk1"/>
                </a:solidFill>
                <a:latin typeface="Calibri"/>
                <a:ea typeface="Calibri"/>
                <a:cs typeface="Calibri"/>
                <a:sym typeface="Calibri"/>
              </a:defRPr>
            </a:lvl5pPr>
            <a:lvl6pPr indent="-228600" lvl="5" marL="2743200" marR="0" algn="l">
              <a:lnSpc>
                <a:spcPct val="100000"/>
              </a:lnSpc>
              <a:spcBef>
                <a:spcPts val="180"/>
              </a:spcBef>
              <a:spcAft>
                <a:spcPts val="0"/>
              </a:spcAft>
              <a:buClr>
                <a:schemeClr val="accent2"/>
              </a:buClr>
              <a:buSzPts val="900"/>
              <a:buFont typeface="Noto Sans Symbols"/>
              <a:buNone/>
              <a:defRPr b="0" i="0" sz="900" u="none" cap="none" strike="noStrike">
                <a:solidFill>
                  <a:schemeClr val="dk1"/>
                </a:solidFill>
                <a:latin typeface="Arial"/>
                <a:ea typeface="Arial"/>
                <a:cs typeface="Arial"/>
                <a:sym typeface="Arial"/>
              </a:defRPr>
            </a:lvl6pPr>
            <a:lvl7pPr indent="-228600" lvl="6" marL="3200400" marR="0" algn="l">
              <a:lnSpc>
                <a:spcPct val="100000"/>
              </a:lnSpc>
              <a:spcBef>
                <a:spcPts val="180"/>
              </a:spcBef>
              <a:spcAft>
                <a:spcPts val="0"/>
              </a:spcAft>
              <a:buClr>
                <a:schemeClr val="accent2"/>
              </a:buClr>
              <a:buSzPts val="900"/>
              <a:buFont typeface="Noto Sans Symbols"/>
              <a:buNone/>
              <a:defRPr b="0" i="0" sz="900" u="none" cap="none" strike="noStrike">
                <a:solidFill>
                  <a:schemeClr val="dk1"/>
                </a:solidFill>
                <a:latin typeface="Arial"/>
                <a:ea typeface="Arial"/>
                <a:cs typeface="Arial"/>
                <a:sym typeface="Arial"/>
              </a:defRPr>
            </a:lvl7pPr>
            <a:lvl8pPr indent="-228600" lvl="7" marL="3657600" marR="0" algn="l">
              <a:lnSpc>
                <a:spcPct val="100000"/>
              </a:lnSpc>
              <a:spcBef>
                <a:spcPts val="180"/>
              </a:spcBef>
              <a:spcAft>
                <a:spcPts val="0"/>
              </a:spcAft>
              <a:buClr>
                <a:schemeClr val="accent2"/>
              </a:buClr>
              <a:buSzPts val="900"/>
              <a:buFont typeface="Noto Sans Symbols"/>
              <a:buNone/>
              <a:defRPr b="0" i="0" sz="900" u="none" cap="none" strike="noStrike">
                <a:solidFill>
                  <a:schemeClr val="dk1"/>
                </a:solidFill>
                <a:latin typeface="Arial"/>
                <a:ea typeface="Arial"/>
                <a:cs typeface="Arial"/>
                <a:sym typeface="Arial"/>
              </a:defRPr>
            </a:lvl8pPr>
            <a:lvl9pPr indent="-228600" lvl="8" marL="4114800" marR="0" algn="l">
              <a:lnSpc>
                <a:spcPct val="100000"/>
              </a:lnSpc>
              <a:spcBef>
                <a:spcPts val="180"/>
              </a:spcBef>
              <a:spcAft>
                <a:spcPts val="0"/>
              </a:spcAft>
              <a:buClr>
                <a:schemeClr val="accent2"/>
              </a:buClr>
              <a:buSzPts val="900"/>
              <a:buFont typeface="Noto Sans Symbols"/>
              <a:buNone/>
              <a:defRPr b="0" i="0" sz="900" u="none" cap="none" strike="noStrike">
                <a:solidFill>
                  <a:schemeClr val="dk1"/>
                </a:solidFill>
                <a:latin typeface="Arial"/>
                <a:ea typeface="Arial"/>
                <a:cs typeface="Arial"/>
                <a:sym typeface="Arial"/>
              </a:defRPr>
            </a:lvl9pPr>
          </a:lstStyle>
          <a:p/>
        </p:txBody>
      </p:sp>
      <p:sp>
        <p:nvSpPr>
          <p:cNvPr id="61" name="Google Shape;61;p26"/>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2" name="Google Shape;62;p26"/>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3" name="Shape 63"/>
        <p:cNvGrpSpPr/>
        <p:nvPr/>
      </p:nvGrpSpPr>
      <p:grpSpPr>
        <a:xfrm>
          <a:off x="0" y="0"/>
          <a:ext cx="0" cy="0"/>
          <a:chOff x="0" y="0"/>
          <a:chExt cx="0" cy="0"/>
        </a:xfrm>
      </p:grpSpPr>
      <p:sp>
        <p:nvSpPr>
          <p:cNvPr id="64" name="Google Shape;64;p27"/>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44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65" name="Google Shape;65;p27"/>
          <p:cNvSpPr txBox="1"/>
          <p:nvPr>
            <p:ph idx="1" type="body"/>
          </p:nvPr>
        </p:nvSpPr>
        <p:spPr>
          <a:xfrm rot="5400000">
            <a:off x="3731418" y="-1928017"/>
            <a:ext cx="4729164" cy="11379200"/>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accent2"/>
              </a:buClr>
              <a:buSzPts val="3200"/>
              <a:buFont typeface="Noto Sans Symbols"/>
              <a:buChar char="▪"/>
              <a:defRPr b="0" i="0" sz="3200" u="none" cap="none" strike="noStrike">
                <a:solidFill>
                  <a:schemeClr val="accent2"/>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66" name="Google Shape;66;p27"/>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7" name="Google Shape;67;p27"/>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28"/>
          <p:cNvSpPr txBox="1"/>
          <p:nvPr>
            <p:ph type="title"/>
          </p:nvPr>
        </p:nvSpPr>
        <p:spPr>
          <a:xfrm rot="5400000">
            <a:off x="4732337" y="2171703"/>
            <a:ext cx="5851525" cy="20574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SzPts val="1400"/>
              <a:buNone/>
              <a:defRPr b="0" i="0" sz="44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70" name="Google Shape;70;p28"/>
          <p:cNvSpPr txBox="1"/>
          <p:nvPr>
            <p:ph idx="1" type="body"/>
          </p:nvPr>
        </p:nvSpPr>
        <p:spPr>
          <a:xfrm rot="5400000">
            <a:off x="541338" y="190503"/>
            <a:ext cx="5851525" cy="6019800"/>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accent2"/>
              </a:buClr>
              <a:buSzPts val="3200"/>
              <a:buFont typeface="Noto Sans Symbols"/>
              <a:buChar char="▪"/>
              <a:defRPr b="0" i="0" sz="3200" u="none" cap="none" strike="noStrike">
                <a:solidFill>
                  <a:schemeClr val="accent2"/>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71" name="Google Shape;71;p28"/>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2" name="Google Shape;72;p28"/>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SzPts val="1400"/>
              <a:buNone/>
              <a:defRPr sz="1500">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9pPr>
          </a:lstStyle>
          <a:p/>
        </p:txBody>
      </p:sp>
      <p:sp>
        <p:nvSpPr>
          <p:cNvPr id="11" name="Google Shape;11;p17"/>
          <p:cNvSpPr txBox="1"/>
          <p:nvPr>
            <p:ph idx="1" type="body"/>
          </p:nvPr>
        </p:nvSpPr>
        <p:spPr>
          <a:xfrm>
            <a:off x="406400" y="1397001"/>
            <a:ext cx="11379200" cy="4729164"/>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accent2"/>
              </a:buClr>
              <a:buSzPts val="3200"/>
              <a:buFont typeface="Noto Sans Symbols"/>
              <a:buChar char="▪"/>
              <a:defRPr b="0" i="0" sz="3200" u="none" cap="none" strike="noStrike">
                <a:solidFill>
                  <a:schemeClr val="accent2"/>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457200" y="6245225"/>
            <a:ext cx="2133600" cy="47625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5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3124200" y="6245225"/>
            <a:ext cx="2895600" cy="476251"/>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5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7"/>
          <p:cNvSpPr/>
          <p:nvPr/>
        </p:nvSpPr>
        <p:spPr>
          <a:xfrm>
            <a:off x="0" y="1031242"/>
            <a:ext cx="12192000" cy="60959"/>
          </a:xfrm>
          <a:prstGeom prst="rect">
            <a:avLst/>
          </a:prstGeom>
          <a:gradFill>
            <a:gsLst>
              <a:gs pos="0">
                <a:srgbClr val="0000CC"/>
              </a:gs>
              <a:gs pos="100000">
                <a:schemeClr val="dk1"/>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8.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30.png"/><Relationship Id="rId6"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34.png"/><Relationship Id="rId6" Type="http://schemas.openxmlformats.org/officeDocument/2006/relationships/image" Target="../media/image32.png"/><Relationship Id="rId7"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4.png"/><Relationship Id="rId4" Type="http://schemas.openxmlformats.org/officeDocument/2006/relationships/image" Target="../media/image32.png"/><Relationship Id="rId5" Type="http://schemas.openxmlformats.org/officeDocument/2006/relationships/image" Target="../media/image43.png"/><Relationship Id="rId6" Type="http://schemas.openxmlformats.org/officeDocument/2006/relationships/image" Target="../media/image21.png"/><Relationship Id="rId7"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2.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
          <p:cNvSpPr txBox="1"/>
          <p:nvPr>
            <p:ph idx="1" type="subTitle"/>
          </p:nvPr>
        </p:nvSpPr>
        <p:spPr>
          <a:xfrm>
            <a:off x="0" y="3657600"/>
            <a:ext cx="12192000" cy="1524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640"/>
              </a:spcBef>
              <a:spcAft>
                <a:spcPts val="0"/>
              </a:spcAft>
              <a:buSzPts val="3200"/>
              <a:buNone/>
            </a:pPr>
            <a:r>
              <a:rPr lang="en-US" sz="4800"/>
              <a:t>L02: Markov Decision Processes (MDPs) I</a:t>
            </a:r>
            <a:br>
              <a:rPr lang="en-US" sz="4800"/>
            </a:br>
            <a:r>
              <a:rPr lang="en-US" sz="2500"/>
              <a:t>(slides from Berkeley CS188)</a:t>
            </a:r>
            <a:endParaRPr sz="2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Example: Grid World</a:t>
            </a:r>
            <a:endParaRPr/>
          </a:p>
        </p:txBody>
      </p:sp>
      <p:pic>
        <p:nvPicPr>
          <p:cNvPr id="85" name="Google Shape;85;p2"/>
          <p:cNvPicPr preferRelativeResize="0"/>
          <p:nvPr/>
        </p:nvPicPr>
        <p:blipFill rotWithShape="1">
          <a:blip r:embed="rId3">
            <a:alphaModFix/>
          </a:blip>
          <a:srcRect b="0" l="0" r="0" t="0"/>
          <a:stretch/>
        </p:blipFill>
        <p:spPr>
          <a:xfrm>
            <a:off x="6990735" y="1371600"/>
            <a:ext cx="4495800" cy="3484999"/>
          </a:xfrm>
          <a:prstGeom prst="rect">
            <a:avLst/>
          </a:prstGeom>
          <a:noFill/>
          <a:ln>
            <a:noFill/>
          </a:ln>
        </p:spPr>
      </p:pic>
      <p:sp>
        <p:nvSpPr>
          <p:cNvPr id="86" name="Google Shape;86;p2"/>
          <p:cNvSpPr txBox="1"/>
          <p:nvPr/>
        </p:nvSpPr>
        <p:spPr>
          <a:xfrm>
            <a:off x="228600" y="1493838"/>
            <a:ext cx="64770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000"/>
              <a:buFont typeface="Noto Sans Symbols"/>
              <a:buChar char="▪"/>
            </a:pPr>
            <a:r>
              <a:rPr b="0" i="0" lang="en-US" sz="2000" u="none" cap="none" strike="noStrike">
                <a:solidFill>
                  <a:schemeClr val="accent2"/>
                </a:solidFill>
                <a:latin typeface="Calibri"/>
                <a:ea typeface="Calibri"/>
                <a:cs typeface="Calibri"/>
                <a:sym typeface="Calibri"/>
              </a:rPr>
              <a:t>A maze-like problem</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36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 agent lives in a grid</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36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Walls block the agent’s path</a:t>
            </a:r>
            <a:endParaRPr b="0" i="0" sz="1400" u="none" cap="none" strike="noStrike">
              <a:solidFill>
                <a:srgbClr val="000000"/>
              </a:solidFill>
              <a:latin typeface="Arial"/>
              <a:ea typeface="Arial"/>
              <a:cs typeface="Arial"/>
              <a:sym typeface="Arial"/>
            </a:endParaRPr>
          </a:p>
          <a:p>
            <a:pPr indent="-304800" lvl="1" marL="800100" marR="0" rtl="0" algn="l">
              <a:lnSpc>
                <a:spcPct val="100000"/>
              </a:lnSpc>
              <a:spcBef>
                <a:spcPts val="120"/>
              </a:spcBef>
              <a:spcAft>
                <a:spcPts val="0"/>
              </a:spcAft>
              <a:buClr>
                <a:schemeClr val="dk1"/>
              </a:buClr>
              <a:buSzPts val="600"/>
              <a:buFont typeface="Noto Sans Symbols"/>
              <a:buNone/>
            </a:pPr>
            <a:r>
              <a:t/>
            </a:r>
            <a:endParaRPr b="0" i="0" sz="6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accent2"/>
                </a:solidFill>
                <a:latin typeface="Calibri"/>
                <a:ea typeface="Calibri"/>
                <a:cs typeface="Calibri"/>
                <a:sym typeface="Calibri"/>
              </a:rPr>
              <a:t>Noisy movement: actions do not always go as planned</a:t>
            </a:r>
            <a:endParaRPr b="0" i="0" sz="2000" u="none" cap="none" strike="noStrike">
              <a:solidFill>
                <a:schemeClr val="accent2"/>
              </a:solidFill>
              <a:latin typeface="Calibri"/>
              <a:ea typeface="Calibri"/>
              <a:cs typeface="Calibri"/>
              <a:sym typeface="Calibri"/>
            </a:endParaRPr>
          </a:p>
          <a:p>
            <a:pPr indent="-342900" lvl="1" marL="800100" marR="0" rtl="0" algn="l">
              <a:lnSpc>
                <a:spcPct val="100000"/>
              </a:lnSpc>
              <a:spcBef>
                <a:spcPts val="360"/>
              </a:spcBef>
              <a:spcAft>
                <a:spcPts val="0"/>
              </a:spcAft>
              <a:buClr>
                <a:schemeClr val="accent2"/>
              </a:buClr>
              <a:buSzPts val="1800"/>
              <a:buFont typeface="Noto Sans Symbols"/>
              <a:buChar char="▪"/>
            </a:pPr>
            <a:r>
              <a:rPr b="0" i="0" lang="en-US" sz="1800" u="none" cap="none" strike="noStrike">
                <a:solidFill>
                  <a:schemeClr val="dk1"/>
                </a:solidFill>
                <a:latin typeface="Calibri"/>
                <a:ea typeface="Calibri"/>
                <a:cs typeface="Calibri"/>
                <a:sym typeface="Calibri"/>
              </a:rPr>
              <a:t>80% of the time, the action North takes the agent North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(if there is no wall there)</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360"/>
              </a:spcBef>
              <a:spcAft>
                <a:spcPts val="0"/>
              </a:spcAft>
              <a:buClr>
                <a:schemeClr val="accent2"/>
              </a:buClr>
              <a:buSzPts val="1800"/>
              <a:buFont typeface="Noto Sans Symbols"/>
              <a:buChar char="▪"/>
            </a:pPr>
            <a:r>
              <a:rPr b="0" i="0" lang="en-US" sz="1800" u="none" cap="none" strike="noStrike">
                <a:solidFill>
                  <a:schemeClr val="dk1"/>
                </a:solidFill>
                <a:latin typeface="Calibri"/>
                <a:ea typeface="Calibri"/>
                <a:cs typeface="Calibri"/>
                <a:sym typeface="Calibri"/>
              </a:rPr>
              <a:t>10% of the time, North takes the agent West; 10% East</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360"/>
              </a:spcBef>
              <a:spcAft>
                <a:spcPts val="0"/>
              </a:spcAft>
              <a:buClr>
                <a:schemeClr val="accent2"/>
              </a:buClr>
              <a:buSzPts val="1800"/>
              <a:buFont typeface="Noto Sans Symbols"/>
              <a:buChar char="▪"/>
            </a:pPr>
            <a:r>
              <a:rPr b="0" i="0" lang="en-US" sz="1800" u="none" cap="none" strike="noStrike">
                <a:solidFill>
                  <a:schemeClr val="dk1"/>
                </a:solidFill>
                <a:latin typeface="Calibri"/>
                <a:ea typeface="Calibri"/>
                <a:cs typeface="Calibri"/>
                <a:sym typeface="Calibri"/>
              </a:rPr>
              <a:t>If there is a wall in the direction the agent would have been taken, the agent stays put</a:t>
            </a:r>
            <a:endParaRPr b="0" i="0" sz="1400" u="none" cap="none" strike="noStrike">
              <a:solidFill>
                <a:srgbClr val="000000"/>
              </a:solidFill>
              <a:latin typeface="Arial"/>
              <a:ea typeface="Arial"/>
              <a:cs typeface="Arial"/>
              <a:sym typeface="Arial"/>
            </a:endParaRPr>
          </a:p>
          <a:p>
            <a:pPr indent="-304800" lvl="1" marL="800100" marR="0" rtl="0" algn="l">
              <a:lnSpc>
                <a:spcPct val="100000"/>
              </a:lnSpc>
              <a:spcBef>
                <a:spcPts val="120"/>
              </a:spcBef>
              <a:spcAft>
                <a:spcPts val="0"/>
              </a:spcAft>
              <a:buClr>
                <a:schemeClr val="accent2"/>
              </a:buClr>
              <a:buSzPts val="600"/>
              <a:buFont typeface="Noto Sans Symbols"/>
              <a:buNone/>
            </a:pPr>
            <a:r>
              <a:t/>
            </a:r>
            <a:endParaRPr b="0" i="0" sz="6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accent2"/>
                </a:solidFill>
                <a:latin typeface="Calibri"/>
                <a:ea typeface="Calibri"/>
                <a:cs typeface="Calibri"/>
                <a:sym typeface="Calibri"/>
              </a:rPr>
              <a:t>The agent receives rewards each time step</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36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Small “living” reward each step (can be negative)</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36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Big rewards come at the end (good or bad)</a:t>
            </a:r>
            <a:endParaRPr b="0" i="0" sz="1400" u="none" cap="none" strike="noStrike">
              <a:solidFill>
                <a:srgbClr val="000000"/>
              </a:solidFill>
              <a:latin typeface="Arial"/>
              <a:ea typeface="Arial"/>
              <a:cs typeface="Arial"/>
              <a:sym typeface="Arial"/>
            </a:endParaRPr>
          </a:p>
          <a:p>
            <a:pPr indent="-304800" lvl="1" marL="800100" marR="0" rtl="0" algn="l">
              <a:lnSpc>
                <a:spcPct val="100000"/>
              </a:lnSpc>
              <a:spcBef>
                <a:spcPts val="120"/>
              </a:spcBef>
              <a:spcAft>
                <a:spcPts val="0"/>
              </a:spcAft>
              <a:buClr>
                <a:schemeClr val="dk1"/>
              </a:buClr>
              <a:buSzPts val="600"/>
              <a:buFont typeface="Noto Sans Symbols"/>
              <a:buNone/>
            </a:pPr>
            <a:r>
              <a:t/>
            </a:r>
            <a:endParaRPr b="0" i="0" sz="6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accent2"/>
                </a:solidFill>
                <a:latin typeface="Calibri"/>
                <a:ea typeface="Calibri"/>
                <a:cs typeface="Calibri"/>
                <a:sym typeface="Calibri"/>
              </a:rPr>
              <a:t>Goal: maximize sum of rewards</a:t>
            </a:r>
            <a:endParaRPr b="0" i="0" sz="1400" u="none" cap="none" strike="noStrike">
              <a:solidFill>
                <a:srgbClr val="000000"/>
              </a:solidFill>
              <a:latin typeface="Arial"/>
              <a:ea typeface="Arial"/>
              <a:cs typeface="Arial"/>
              <a:sym typeface="Arial"/>
            </a:endParaRPr>
          </a:p>
        </p:txBody>
      </p:sp>
      <p:pic>
        <p:nvPicPr>
          <p:cNvPr id="87" name="Google Shape;87;p2"/>
          <p:cNvPicPr preferRelativeResize="0"/>
          <p:nvPr/>
        </p:nvPicPr>
        <p:blipFill rotWithShape="1">
          <a:blip r:embed="rId4">
            <a:alphaModFix/>
          </a:blip>
          <a:srcRect b="0" l="0" r="0" t="0"/>
          <a:stretch/>
        </p:blipFill>
        <p:spPr>
          <a:xfrm>
            <a:off x="7143135" y="1373299"/>
            <a:ext cx="4439265" cy="3197001"/>
          </a:xfrm>
          <a:prstGeom prst="rect">
            <a:avLst/>
          </a:prstGeom>
          <a:noFill/>
          <a:ln>
            <a:noFill/>
          </a:ln>
        </p:spPr>
      </p:pic>
      <p:pic>
        <p:nvPicPr>
          <p:cNvPr id="88" name="Google Shape;88;p2"/>
          <p:cNvPicPr preferRelativeResize="0"/>
          <p:nvPr/>
        </p:nvPicPr>
        <p:blipFill rotWithShape="1">
          <a:blip r:embed="rId5">
            <a:alphaModFix/>
          </a:blip>
          <a:srcRect b="0" l="0" r="0" t="0"/>
          <a:stretch/>
        </p:blipFill>
        <p:spPr>
          <a:xfrm>
            <a:off x="10210800" y="3896549"/>
            <a:ext cx="457200" cy="244617"/>
          </a:xfrm>
          <a:prstGeom prst="rect">
            <a:avLst/>
          </a:prstGeom>
          <a:noFill/>
          <a:ln>
            <a:noFill/>
          </a:ln>
        </p:spPr>
      </p:pic>
      <p:pic>
        <p:nvPicPr>
          <p:cNvPr id="89" name="Google Shape;89;p2"/>
          <p:cNvPicPr preferRelativeResize="0"/>
          <p:nvPr/>
        </p:nvPicPr>
        <p:blipFill rotWithShape="1">
          <a:blip r:embed="rId6">
            <a:alphaModFix/>
          </a:blip>
          <a:srcRect b="0" l="0" r="0" t="0"/>
          <a:stretch/>
        </p:blipFill>
        <p:spPr>
          <a:xfrm>
            <a:off x="9067801" y="3886200"/>
            <a:ext cx="509618" cy="218854"/>
          </a:xfrm>
          <a:prstGeom prst="rect">
            <a:avLst/>
          </a:prstGeom>
          <a:noFill/>
          <a:ln>
            <a:noFill/>
          </a:ln>
        </p:spPr>
      </p:pic>
      <p:pic>
        <p:nvPicPr>
          <p:cNvPr id="90" name="Google Shape;90;p2"/>
          <p:cNvPicPr preferRelativeResize="0"/>
          <p:nvPr/>
        </p:nvPicPr>
        <p:blipFill rotWithShape="1">
          <a:blip r:embed="rId7">
            <a:alphaModFix/>
          </a:blip>
          <a:srcRect b="0" l="0" r="0" t="0"/>
          <a:stretch/>
        </p:blipFill>
        <p:spPr>
          <a:xfrm>
            <a:off x="9677400" y="2895600"/>
            <a:ext cx="433322" cy="781050"/>
          </a:xfrm>
          <a:prstGeom prst="rect">
            <a:avLst/>
          </a:prstGeom>
          <a:noFill/>
          <a:ln>
            <a:noFill/>
          </a:ln>
        </p:spPr>
      </p:pic>
      <p:pic>
        <p:nvPicPr>
          <p:cNvPr descr="C:\Users\Dan\Dropbox\Office\CS 188\Ketrina Art\MDPs\AgentTopDown.png" id="91" name="Google Shape;91;p2"/>
          <p:cNvPicPr preferRelativeResize="0"/>
          <p:nvPr/>
        </p:nvPicPr>
        <p:blipFill rotWithShape="1">
          <a:blip r:embed="rId8">
            <a:alphaModFix/>
          </a:blip>
          <a:srcRect b="0" l="0" r="0" t="0"/>
          <a:stretch/>
        </p:blipFill>
        <p:spPr>
          <a:xfrm>
            <a:off x="9471422" y="3581400"/>
            <a:ext cx="815578" cy="76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Non-Deterministic Search</a:t>
            </a:r>
            <a:endParaRPr/>
          </a:p>
        </p:txBody>
      </p:sp>
      <p:pic>
        <p:nvPicPr>
          <p:cNvPr id="97" name="Google Shape;97;p3"/>
          <p:cNvPicPr preferRelativeResize="0"/>
          <p:nvPr/>
        </p:nvPicPr>
        <p:blipFill rotWithShape="1">
          <a:blip r:embed="rId3">
            <a:alphaModFix/>
          </a:blip>
          <a:srcRect b="0" l="0" r="0" t="0"/>
          <a:stretch/>
        </p:blipFill>
        <p:spPr>
          <a:xfrm>
            <a:off x="3048095" y="1219200"/>
            <a:ext cx="6150138" cy="5327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Grid World Actions</a:t>
            </a:r>
            <a:endParaRPr b="0" i="0" sz="4400" u="none" cap="none" strike="noStrike">
              <a:solidFill>
                <a:schemeClr val="dk2"/>
              </a:solidFill>
              <a:latin typeface="Calibri"/>
              <a:ea typeface="Calibri"/>
              <a:cs typeface="Calibri"/>
              <a:sym typeface="Calibri"/>
            </a:endParaRPr>
          </a:p>
        </p:txBody>
      </p:sp>
      <p:pic>
        <p:nvPicPr>
          <p:cNvPr id="103" name="Google Shape;103;p4"/>
          <p:cNvPicPr preferRelativeResize="0"/>
          <p:nvPr/>
        </p:nvPicPr>
        <p:blipFill rotWithShape="1">
          <a:blip r:embed="rId3">
            <a:alphaModFix/>
          </a:blip>
          <a:srcRect b="0" l="0" r="0" t="0"/>
          <a:stretch/>
        </p:blipFill>
        <p:spPr>
          <a:xfrm>
            <a:off x="1436308" y="1728787"/>
            <a:ext cx="2067596" cy="3113557"/>
          </a:xfrm>
          <a:prstGeom prst="rect">
            <a:avLst/>
          </a:prstGeom>
          <a:noFill/>
          <a:ln>
            <a:noFill/>
          </a:ln>
        </p:spPr>
      </p:pic>
      <p:pic>
        <p:nvPicPr>
          <p:cNvPr id="104" name="Google Shape;104;p4"/>
          <p:cNvPicPr preferRelativeResize="0"/>
          <p:nvPr/>
        </p:nvPicPr>
        <p:blipFill rotWithShape="1">
          <a:blip r:embed="rId4">
            <a:alphaModFix/>
          </a:blip>
          <a:srcRect b="0" l="0" r="0" t="0"/>
          <a:stretch/>
        </p:blipFill>
        <p:spPr>
          <a:xfrm>
            <a:off x="5050953" y="1805405"/>
            <a:ext cx="6607647" cy="4518777"/>
          </a:xfrm>
          <a:prstGeom prst="rect">
            <a:avLst/>
          </a:prstGeom>
          <a:noFill/>
          <a:ln>
            <a:noFill/>
          </a:ln>
        </p:spPr>
      </p:pic>
      <p:sp>
        <p:nvSpPr>
          <p:cNvPr id="105" name="Google Shape;105;p4"/>
          <p:cNvSpPr txBox="1"/>
          <p:nvPr/>
        </p:nvSpPr>
        <p:spPr>
          <a:xfrm>
            <a:off x="914400" y="1214735"/>
            <a:ext cx="3276600" cy="46166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Deterministic Grid World</a:t>
            </a:r>
            <a:endParaRPr b="0" i="0" sz="1400" u="none" cap="none" strike="noStrike">
              <a:solidFill>
                <a:srgbClr val="000000"/>
              </a:solidFill>
              <a:latin typeface="Arial"/>
              <a:ea typeface="Arial"/>
              <a:cs typeface="Arial"/>
              <a:sym typeface="Arial"/>
            </a:endParaRPr>
          </a:p>
        </p:txBody>
      </p:sp>
      <p:sp>
        <p:nvSpPr>
          <p:cNvPr id="106" name="Google Shape;106;p4"/>
          <p:cNvSpPr txBox="1"/>
          <p:nvPr/>
        </p:nvSpPr>
        <p:spPr>
          <a:xfrm>
            <a:off x="6858000" y="1214735"/>
            <a:ext cx="3276600" cy="46166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Stochastic Grid World</a:t>
            </a:r>
            <a:endParaRPr b="0" i="0" sz="1400" u="none" cap="none" strike="noStrike">
              <a:solidFill>
                <a:srgbClr val="000000"/>
              </a:solidFill>
              <a:latin typeface="Arial"/>
              <a:ea typeface="Arial"/>
              <a:cs typeface="Arial"/>
              <a:sym typeface="Arial"/>
            </a:endParaRPr>
          </a:p>
        </p:txBody>
      </p:sp>
      <p:cxnSp>
        <p:nvCxnSpPr>
          <p:cNvPr id="107" name="Google Shape;107;p4"/>
          <p:cNvCxnSpPr/>
          <p:nvPr/>
        </p:nvCxnSpPr>
        <p:spPr>
          <a:xfrm flipH="1" rot="-5400000">
            <a:off x="2171700" y="3924301"/>
            <a:ext cx="5181600" cy="76200"/>
          </a:xfrm>
          <a:prstGeom prst="straightConnector1">
            <a:avLst/>
          </a:prstGeom>
          <a:noFill/>
          <a:ln cap="flat" cmpd="sng" w="50800">
            <a:solidFill>
              <a:schemeClr val="accent2"/>
            </a:solidFill>
            <a:prstDash val="solid"/>
            <a:round/>
            <a:headEnd len="sm" w="sm" type="none"/>
            <a:tailEnd len="sm" w="sm" type="none"/>
          </a:ln>
        </p:spPr>
      </p:cxnSp>
      <p:pic>
        <p:nvPicPr>
          <p:cNvPr id="108" name="Google Shape;108;p4"/>
          <p:cNvPicPr preferRelativeResize="0"/>
          <p:nvPr/>
        </p:nvPicPr>
        <p:blipFill rotWithShape="1">
          <a:blip r:embed="rId5">
            <a:alphaModFix/>
          </a:blip>
          <a:srcRect b="0" l="0" r="0" t="0"/>
          <a:stretch/>
        </p:blipFill>
        <p:spPr>
          <a:xfrm>
            <a:off x="1371600" y="4877716"/>
            <a:ext cx="2057400" cy="14426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Markov Decision Processes</a:t>
            </a:r>
            <a:endParaRPr/>
          </a:p>
        </p:txBody>
      </p:sp>
      <p:sp>
        <p:nvSpPr>
          <p:cNvPr id="115" name="Google Shape;115;p5"/>
          <p:cNvSpPr txBox="1"/>
          <p:nvPr>
            <p:ph idx="1" type="body"/>
          </p:nvPr>
        </p:nvSpPr>
        <p:spPr>
          <a:xfrm>
            <a:off x="228600" y="1493838"/>
            <a:ext cx="6553200" cy="4525962"/>
          </a:xfrm>
          <a:prstGeom prst="rect">
            <a:avLst/>
          </a:prstGeom>
          <a:noFill/>
          <a:ln>
            <a:noFill/>
          </a:ln>
        </p:spPr>
        <p:txBody>
          <a:bodyPr anchorCtr="0" anchor="t" bIns="45700" lIns="91425" spcFirstLastPara="1" rIns="91425" wrap="square" tIns="45700">
            <a:noAutofit/>
          </a:bodyPr>
          <a:lstStyle/>
          <a:p>
            <a:pPr indent="-342882" lvl="0" marL="342882" marR="0" rtl="0" algn="l">
              <a:lnSpc>
                <a:spcPct val="80000"/>
              </a:lnSpc>
              <a:spcBef>
                <a:spcPts val="0"/>
              </a:spcBef>
              <a:spcAft>
                <a:spcPts val="0"/>
              </a:spcAft>
              <a:buClr>
                <a:schemeClr val="accent2"/>
              </a:buClr>
              <a:buSzPts val="2400"/>
              <a:buFont typeface="Noto Sans Symbols"/>
              <a:buChar char="▪"/>
            </a:pPr>
            <a:r>
              <a:rPr b="0" i="0" lang="en-US" sz="2400" u="none" cap="none" strike="noStrike">
                <a:solidFill>
                  <a:schemeClr val="accent2"/>
                </a:solidFill>
                <a:latin typeface="Calibri"/>
                <a:ea typeface="Calibri"/>
                <a:cs typeface="Calibri"/>
                <a:sym typeface="Calibri"/>
              </a:rPr>
              <a:t>An MDP is defined by:</a:t>
            </a:r>
            <a:endParaRPr/>
          </a:p>
          <a:p>
            <a:pPr indent="-285736" lvl="1" marL="742913" marR="0" rtl="0" algn="l">
              <a:lnSpc>
                <a:spcPct val="8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 </a:t>
            </a:r>
            <a:r>
              <a:rPr b="0" i="0" lang="en-US" sz="2000" u="none" cap="none" strike="noStrike">
                <a:solidFill>
                  <a:srgbClr val="CC0000"/>
                </a:solidFill>
                <a:latin typeface="Calibri"/>
                <a:ea typeface="Calibri"/>
                <a:cs typeface="Calibri"/>
                <a:sym typeface="Calibri"/>
              </a:rPr>
              <a:t>set of states s ∈ S</a:t>
            </a:r>
            <a:endParaRPr/>
          </a:p>
          <a:p>
            <a:pPr indent="-285736" lvl="1" marL="742913" marR="0" rtl="0" algn="l">
              <a:lnSpc>
                <a:spcPct val="8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 </a:t>
            </a:r>
            <a:r>
              <a:rPr b="0" i="0" lang="en-US" sz="2000" u="none" cap="none" strike="noStrike">
                <a:solidFill>
                  <a:srgbClr val="CC0000"/>
                </a:solidFill>
                <a:latin typeface="Calibri"/>
                <a:ea typeface="Calibri"/>
                <a:cs typeface="Calibri"/>
                <a:sym typeface="Calibri"/>
              </a:rPr>
              <a:t>set of actions a ∈ A</a:t>
            </a:r>
            <a:endParaRPr b="0" i="0" sz="2000" u="none" cap="none" strike="noStrike">
              <a:solidFill>
                <a:srgbClr val="CC0000"/>
              </a:solidFill>
              <a:latin typeface="Calibri"/>
              <a:ea typeface="Calibri"/>
              <a:cs typeface="Calibri"/>
              <a:sym typeface="Calibri"/>
            </a:endParaRPr>
          </a:p>
          <a:p>
            <a:pPr indent="-285736" lvl="1" marL="742913" marR="0" rtl="0" algn="l">
              <a:lnSpc>
                <a:spcPct val="8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 </a:t>
            </a:r>
            <a:r>
              <a:rPr b="0" i="0" lang="en-US" sz="2000" u="none" cap="none" strike="noStrike">
                <a:solidFill>
                  <a:srgbClr val="CC0000"/>
                </a:solidFill>
                <a:latin typeface="Calibri"/>
                <a:ea typeface="Calibri"/>
                <a:cs typeface="Calibri"/>
                <a:sym typeface="Calibri"/>
              </a:rPr>
              <a:t>transition function T(s, a, s’)</a:t>
            </a:r>
            <a:endParaRPr b="0" i="0" sz="2000" u="none" cap="none" strike="noStrike">
              <a:solidFill>
                <a:schemeClr val="dk1"/>
              </a:solidFill>
              <a:latin typeface="Calibri"/>
              <a:ea typeface="Calibri"/>
              <a:cs typeface="Calibri"/>
              <a:sym typeface="Calibri"/>
            </a:endParaRPr>
          </a:p>
          <a:p>
            <a:pPr indent="-228587" lvl="2" marL="1142942" marR="0" rtl="0" algn="l">
              <a:lnSpc>
                <a:spcPct val="80000"/>
              </a:lnSpc>
              <a:spcBef>
                <a:spcPts val="360"/>
              </a:spcBef>
              <a:spcAft>
                <a:spcPts val="0"/>
              </a:spcAft>
              <a:buClr>
                <a:schemeClr val="accent2"/>
              </a:buClr>
              <a:buSzPts val="1800"/>
              <a:buFont typeface="Noto Sans Symbols"/>
              <a:buChar char="▪"/>
            </a:pPr>
            <a:r>
              <a:rPr b="0" i="0" lang="en-US" sz="1800" u="none" cap="none" strike="noStrike">
                <a:solidFill>
                  <a:schemeClr val="dk1"/>
                </a:solidFill>
                <a:latin typeface="Calibri"/>
                <a:ea typeface="Calibri"/>
                <a:cs typeface="Calibri"/>
                <a:sym typeface="Calibri"/>
              </a:rPr>
              <a:t>Probability that a from s leads to s’, i.e., P(s’| s, a)</a:t>
            </a:r>
            <a:endParaRPr/>
          </a:p>
          <a:p>
            <a:pPr indent="-228587" lvl="2" marL="1142942" marR="0" rtl="0" algn="l">
              <a:lnSpc>
                <a:spcPct val="80000"/>
              </a:lnSpc>
              <a:spcBef>
                <a:spcPts val="360"/>
              </a:spcBef>
              <a:spcAft>
                <a:spcPts val="0"/>
              </a:spcAft>
              <a:buClr>
                <a:schemeClr val="accent2"/>
              </a:buClr>
              <a:buSzPts val="1800"/>
              <a:buFont typeface="Noto Sans Symbols"/>
              <a:buChar char="▪"/>
            </a:pPr>
            <a:r>
              <a:rPr b="0" i="0" lang="en-US" sz="1800" u="none" cap="none" strike="noStrike">
                <a:solidFill>
                  <a:schemeClr val="dk1"/>
                </a:solidFill>
                <a:latin typeface="Calibri"/>
                <a:ea typeface="Calibri"/>
                <a:cs typeface="Calibri"/>
                <a:sym typeface="Calibri"/>
              </a:rPr>
              <a:t>Also called the model or the dynamics</a:t>
            </a:r>
            <a:endParaRPr/>
          </a:p>
          <a:p>
            <a:pPr indent="-285736" lvl="1" marL="742913" marR="0" rtl="0" algn="l">
              <a:lnSpc>
                <a:spcPct val="8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 </a:t>
            </a:r>
            <a:r>
              <a:rPr b="0" i="0" lang="en-US" sz="2000" u="none" cap="none" strike="noStrike">
                <a:solidFill>
                  <a:srgbClr val="CC0000"/>
                </a:solidFill>
                <a:latin typeface="Calibri"/>
                <a:ea typeface="Calibri"/>
                <a:cs typeface="Calibri"/>
                <a:sym typeface="Calibri"/>
              </a:rPr>
              <a:t>reward function R(s, a, s’) </a:t>
            </a:r>
            <a:endParaRPr/>
          </a:p>
          <a:p>
            <a:pPr indent="-228587" lvl="2" marL="1142942" marR="0" rtl="0" algn="l">
              <a:lnSpc>
                <a:spcPct val="80000"/>
              </a:lnSpc>
              <a:spcBef>
                <a:spcPts val="360"/>
              </a:spcBef>
              <a:spcAft>
                <a:spcPts val="0"/>
              </a:spcAft>
              <a:buClr>
                <a:schemeClr val="accent2"/>
              </a:buClr>
              <a:buSzPts val="1800"/>
              <a:buFont typeface="Noto Sans Symbols"/>
              <a:buChar char="▪"/>
            </a:pPr>
            <a:r>
              <a:rPr b="0" i="0" lang="en-US" sz="1800" u="none" cap="none" strike="noStrike">
                <a:solidFill>
                  <a:schemeClr val="dk1"/>
                </a:solidFill>
                <a:latin typeface="Calibri"/>
                <a:ea typeface="Calibri"/>
                <a:cs typeface="Calibri"/>
                <a:sym typeface="Calibri"/>
              </a:rPr>
              <a:t>Sometimes just R(s) or R(s’)</a:t>
            </a:r>
            <a:endParaRPr/>
          </a:p>
          <a:p>
            <a:pPr indent="-285736" lvl="1" marL="742913" marR="0" rtl="0" algn="l">
              <a:lnSpc>
                <a:spcPct val="8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 </a:t>
            </a:r>
            <a:r>
              <a:rPr b="0" i="0" lang="en-US" sz="2000" u="none" cap="none" strike="noStrike">
                <a:solidFill>
                  <a:srgbClr val="CC0000"/>
                </a:solidFill>
                <a:latin typeface="Calibri"/>
                <a:ea typeface="Calibri"/>
                <a:cs typeface="Calibri"/>
                <a:sym typeface="Calibri"/>
              </a:rPr>
              <a:t>start state</a:t>
            </a:r>
            <a:endParaRPr b="0" i="0" sz="2000" u="none" cap="none" strike="noStrike">
              <a:solidFill>
                <a:schemeClr val="dk1"/>
              </a:solidFill>
              <a:latin typeface="Calibri"/>
              <a:ea typeface="Calibri"/>
              <a:cs typeface="Calibri"/>
              <a:sym typeface="Calibri"/>
            </a:endParaRPr>
          </a:p>
          <a:p>
            <a:pPr indent="-285736" lvl="1" marL="742913" marR="0" rtl="0" algn="l">
              <a:lnSpc>
                <a:spcPct val="8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Maybe a </a:t>
            </a:r>
            <a:r>
              <a:rPr b="0" i="0" lang="en-US" sz="2000" u="none" cap="none" strike="noStrike">
                <a:solidFill>
                  <a:srgbClr val="CC0000"/>
                </a:solidFill>
                <a:latin typeface="Calibri"/>
                <a:ea typeface="Calibri"/>
                <a:cs typeface="Calibri"/>
                <a:sym typeface="Calibri"/>
              </a:rPr>
              <a:t>terminal state</a:t>
            </a:r>
            <a:endParaRPr/>
          </a:p>
          <a:p>
            <a:pPr indent="0" lvl="0" marL="0" marR="0" rtl="0" algn="l">
              <a:lnSpc>
                <a:spcPct val="80000"/>
              </a:lnSpc>
              <a:spcBef>
                <a:spcPts val="480"/>
              </a:spcBef>
              <a:spcAft>
                <a:spcPts val="0"/>
              </a:spcAft>
              <a:buSzPts val="3200"/>
              <a:buNone/>
            </a:pPr>
            <a:r>
              <a:t/>
            </a:r>
            <a:endParaRPr b="0" i="0" sz="2000" u="none" cap="none" strike="noStrike">
              <a:solidFill>
                <a:schemeClr val="dk1"/>
              </a:solidFill>
              <a:latin typeface="Calibri"/>
              <a:ea typeface="Calibri"/>
              <a:cs typeface="Calibri"/>
              <a:sym typeface="Calibri"/>
            </a:endParaRPr>
          </a:p>
        </p:txBody>
      </p:sp>
      <p:pic>
        <p:nvPicPr>
          <p:cNvPr id="116" name="Google Shape;116;p5"/>
          <p:cNvPicPr preferRelativeResize="0"/>
          <p:nvPr/>
        </p:nvPicPr>
        <p:blipFill rotWithShape="1">
          <a:blip r:embed="rId3">
            <a:alphaModFix/>
          </a:blip>
          <a:srcRect b="0" l="0" r="0" t="0"/>
          <a:stretch/>
        </p:blipFill>
        <p:spPr>
          <a:xfrm>
            <a:off x="6990735" y="1371600"/>
            <a:ext cx="4495800" cy="3484999"/>
          </a:xfrm>
          <a:prstGeom prst="rect">
            <a:avLst/>
          </a:prstGeom>
          <a:noFill/>
          <a:ln>
            <a:noFill/>
          </a:ln>
        </p:spPr>
      </p:pic>
      <p:pic>
        <p:nvPicPr>
          <p:cNvPr id="117" name="Google Shape;117;p5"/>
          <p:cNvPicPr preferRelativeResize="0"/>
          <p:nvPr/>
        </p:nvPicPr>
        <p:blipFill rotWithShape="1">
          <a:blip r:embed="rId4">
            <a:alphaModFix/>
          </a:blip>
          <a:srcRect b="0" l="0" r="0" t="0"/>
          <a:stretch/>
        </p:blipFill>
        <p:spPr>
          <a:xfrm>
            <a:off x="7143135" y="1373299"/>
            <a:ext cx="4439265" cy="3197001"/>
          </a:xfrm>
          <a:prstGeom prst="rect">
            <a:avLst/>
          </a:prstGeom>
          <a:noFill/>
          <a:ln>
            <a:noFill/>
          </a:ln>
        </p:spPr>
      </p:pic>
      <p:pic>
        <p:nvPicPr>
          <p:cNvPr id="118" name="Google Shape;118;p5"/>
          <p:cNvPicPr preferRelativeResize="0"/>
          <p:nvPr/>
        </p:nvPicPr>
        <p:blipFill rotWithShape="1">
          <a:blip r:embed="rId5">
            <a:alphaModFix/>
          </a:blip>
          <a:srcRect b="0" l="0" r="0" t="0"/>
          <a:stretch/>
        </p:blipFill>
        <p:spPr>
          <a:xfrm>
            <a:off x="10210800" y="3896549"/>
            <a:ext cx="457200" cy="244617"/>
          </a:xfrm>
          <a:prstGeom prst="rect">
            <a:avLst/>
          </a:prstGeom>
          <a:noFill/>
          <a:ln>
            <a:noFill/>
          </a:ln>
        </p:spPr>
      </p:pic>
      <p:pic>
        <p:nvPicPr>
          <p:cNvPr id="119" name="Google Shape;119;p5"/>
          <p:cNvPicPr preferRelativeResize="0"/>
          <p:nvPr/>
        </p:nvPicPr>
        <p:blipFill rotWithShape="1">
          <a:blip r:embed="rId6">
            <a:alphaModFix/>
          </a:blip>
          <a:srcRect b="0" l="0" r="0" t="0"/>
          <a:stretch/>
        </p:blipFill>
        <p:spPr>
          <a:xfrm>
            <a:off x="9067801" y="3886200"/>
            <a:ext cx="509618" cy="218854"/>
          </a:xfrm>
          <a:prstGeom prst="rect">
            <a:avLst/>
          </a:prstGeom>
          <a:noFill/>
          <a:ln>
            <a:noFill/>
          </a:ln>
        </p:spPr>
      </p:pic>
      <p:pic>
        <p:nvPicPr>
          <p:cNvPr id="120" name="Google Shape;120;p5"/>
          <p:cNvPicPr preferRelativeResize="0"/>
          <p:nvPr/>
        </p:nvPicPr>
        <p:blipFill rotWithShape="1">
          <a:blip r:embed="rId7">
            <a:alphaModFix/>
          </a:blip>
          <a:srcRect b="0" l="0" r="0" t="0"/>
          <a:stretch/>
        </p:blipFill>
        <p:spPr>
          <a:xfrm>
            <a:off x="9677400" y="2895600"/>
            <a:ext cx="433322" cy="781050"/>
          </a:xfrm>
          <a:prstGeom prst="rect">
            <a:avLst/>
          </a:prstGeom>
          <a:noFill/>
          <a:ln>
            <a:noFill/>
          </a:ln>
        </p:spPr>
      </p:pic>
      <p:pic>
        <p:nvPicPr>
          <p:cNvPr descr="C:\Users\Dan\Dropbox\Office\CS 188\Ketrina Art\MDPs\AgentTopDown.png" id="121" name="Google Shape;121;p5"/>
          <p:cNvPicPr preferRelativeResize="0"/>
          <p:nvPr/>
        </p:nvPicPr>
        <p:blipFill rotWithShape="1">
          <a:blip r:embed="rId8">
            <a:alphaModFix/>
          </a:blip>
          <a:srcRect b="0" l="0" r="0" t="0"/>
          <a:stretch/>
        </p:blipFill>
        <p:spPr>
          <a:xfrm>
            <a:off x="9471422" y="3581400"/>
            <a:ext cx="815578" cy="762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6"/>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What is Markov about MDPs?</a:t>
            </a:r>
            <a:endParaRPr/>
          </a:p>
        </p:txBody>
      </p:sp>
      <p:sp>
        <p:nvSpPr>
          <p:cNvPr id="128" name="Google Shape;128;p6"/>
          <p:cNvSpPr txBox="1"/>
          <p:nvPr>
            <p:ph idx="1" type="body"/>
          </p:nvPr>
        </p:nvSpPr>
        <p:spPr>
          <a:xfrm>
            <a:off x="457200" y="1447800"/>
            <a:ext cx="8610600" cy="4525963"/>
          </a:xfrm>
          <a:prstGeom prst="rect">
            <a:avLst/>
          </a:prstGeom>
          <a:noFill/>
          <a:ln>
            <a:noFill/>
          </a:ln>
        </p:spPr>
        <p:txBody>
          <a:bodyPr anchorCtr="0" anchor="t" bIns="45700" lIns="91425" spcFirstLastPara="1" rIns="91425" wrap="square" tIns="45700">
            <a:noAutofit/>
          </a:bodyPr>
          <a:lstStyle/>
          <a:p>
            <a:pPr indent="-342882" lvl="0" marL="342882" marR="0" rtl="0" algn="l">
              <a:lnSpc>
                <a:spcPct val="100000"/>
              </a:lnSpc>
              <a:spcBef>
                <a:spcPts val="0"/>
              </a:spcBef>
              <a:spcAft>
                <a:spcPts val="0"/>
              </a:spcAft>
              <a:buClr>
                <a:schemeClr val="accent2"/>
              </a:buClr>
              <a:buSzPts val="2400"/>
              <a:buFont typeface="Noto Sans Symbols"/>
              <a:buChar char="▪"/>
            </a:pPr>
            <a:r>
              <a:rPr b="0" i="0" lang="en-US" sz="2400" u="none" cap="none" strike="noStrike">
                <a:solidFill>
                  <a:schemeClr val="accent2"/>
                </a:solidFill>
                <a:latin typeface="Calibri"/>
                <a:ea typeface="Calibri"/>
                <a:cs typeface="Calibri"/>
                <a:sym typeface="Calibri"/>
              </a:rPr>
              <a:t>“Markov” generally means that given the present state, the future and the past are independent</a:t>
            </a:r>
            <a:endParaRPr/>
          </a:p>
          <a:p>
            <a:pPr indent="-126987" lvl="2" marL="1142942" marR="0" rtl="0" algn="l">
              <a:lnSpc>
                <a:spcPct val="100000"/>
              </a:lnSpc>
              <a:spcBef>
                <a:spcPts val="320"/>
              </a:spcBef>
              <a:spcAft>
                <a:spcPts val="0"/>
              </a:spcAft>
              <a:buClr>
                <a:schemeClr val="accent2"/>
              </a:buClr>
              <a:buSzPts val="1600"/>
              <a:buFont typeface="Noto Sans Symbols"/>
              <a:buNone/>
            </a:pPr>
            <a:r>
              <a:t/>
            </a:r>
            <a:endParaRPr b="0" i="0" sz="1600" u="none" cap="none" strike="noStrike">
              <a:solidFill>
                <a:schemeClr val="dk1"/>
              </a:solidFill>
              <a:latin typeface="Calibri"/>
              <a:ea typeface="Calibri"/>
              <a:cs typeface="Calibri"/>
              <a:sym typeface="Calibri"/>
            </a:endParaRPr>
          </a:p>
          <a:p>
            <a:pPr indent="-342882" lvl="0" marL="342882"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accent2"/>
                </a:solidFill>
                <a:latin typeface="Calibri"/>
                <a:ea typeface="Calibri"/>
                <a:cs typeface="Calibri"/>
                <a:sym typeface="Calibri"/>
              </a:rPr>
              <a:t>For Markov decision processes, “Markov” means action outcomes depend only on the current state</a:t>
            </a:r>
            <a:endParaRPr/>
          </a:p>
          <a:p>
            <a:pPr indent="-190482" lvl="0" marL="342882" marR="0" rtl="0" algn="l">
              <a:lnSpc>
                <a:spcPct val="100000"/>
              </a:lnSpc>
              <a:spcBef>
                <a:spcPts val="480"/>
              </a:spcBef>
              <a:spcAft>
                <a:spcPts val="0"/>
              </a:spcAft>
              <a:buClr>
                <a:schemeClr val="accent2"/>
              </a:buClr>
              <a:buSzPts val="2400"/>
              <a:buFont typeface="Noto Sans Symbols"/>
              <a:buNone/>
            </a:pPr>
            <a:r>
              <a:t/>
            </a:r>
            <a:endParaRPr b="0" i="0" sz="2400" u="none" cap="none" strike="noStrike">
              <a:solidFill>
                <a:schemeClr val="accent2"/>
              </a:solidFill>
              <a:latin typeface="Calibri"/>
              <a:ea typeface="Calibri"/>
              <a:cs typeface="Calibri"/>
              <a:sym typeface="Calibri"/>
            </a:endParaRPr>
          </a:p>
          <a:p>
            <a:pPr indent="-190482" lvl="0" marL="342882" marR="0" rtl="0" algn="l">
              <a:lnSpc>
                <a:spcPct val="100000"/>
              </a:lnSpc>
              <a:spcBef>
                <a:spcPts val="480"/>
              </a:spcBef>
              <a:spcAft>
                <a:spcPts val="0"/>
              </a:spcAft>
              <a:buClr>
                <a:schemeClr val="accent2"/>
              </a:buClr>
              <a:buSzPts val="2400"/>
              <a:buFont typeface="Noto Sans Symbols"/>
              <a:buNone/>
            </a:pPr>
            <a:r>
              <a:t/>
            </a:r>
            <a:endParaRPr b="0" i="0" sz="2400" u="none" cap="none" strike="noStrike">
              <a:solidFill>
                <a:schemeClr val="accent2"/>
              </a:solidFill>
              <a:latin typeface="Calibri"/>
              <a:ea typeface="Calibri"/>
              <a:cs typeface="Calibri"/>
              <a:sym typeface="Calibri"/>
            </a:endParaRPr>
          </a:p>
          <a:p>
            <a:pPr indent="-215882" lvl="0" marL="342882" marR="0" rtl="0" algn="l">
              <a:lnSpc>
                <a:spcPct val="100000"/>
              </a:lnSpc>
              <a:spcBef>
                <a:spcPts val="400"/>
              </a:spcBef>
              <a:spcAft>
                <a:spcPts val="0"/>
              </a:spcAft>
              <a:buClr>
                <a:schemeClr val="accent2"/>
              </a:buClr>
              <a:buSzPts val="2000"/>
              <a:buFont typeface="Noto Sans Symbols"/>
              <a:buNone/>
            </a:pPr>
            <a:r>
              <a:t/>
            </a:r>
            <a:endParaRPr b="0" i="0" sz="2000" u="none" cap="none" strike="noStrike">
              <a:solidFill>
                <a:schemeClr val="accent2"/>
              </a:solidFill>
              <a:latin typeface="Calibri"/>
              <a:ea typeface="Calibri"/>
              <a:cs typeface="Calibri"/>
              <a:sym typeface="Calibri"/>
            </a:endParaRPr>
          </a:p>
          <a:p>
            <a:pPr indent="-215882" lvl="0" marL="342882" marR="0" rtl="0" algn="l">
              <a:lnSpc>
                <a:spcPct val="100000"/>
              </a:lnSpc>
              <a:spcBef>
                <a:spcPts val="400"/>
              </a:spcBef>
              <a:spcAft>
                <a:spcPts val="0"/>
              </a:spcAft>
              <a:buClr>
                <a:schemeClr val="accent2"/>
              </a:buClr>
              <a:buSzPts val="2000"/>
              <a:buFont typeface="Noto Sans Symbols"/>
              <a:buNone/>
            </a:pPr>
            <a:r>
              <a:t/>
            </a:r>
            <a:endParaRPr b="0" i="0" sz="2000" u="none" cap="none" strike="noStrike">
              <a:solidFill>
                <a:schemeClr val="accent2"/>
              </a:solidFill>
              <a:latin typeface="Calibri"/>
              <a:ea typeface="Calibri"/>
              <a:cs typeface="Calibri"/>
              <a:sym typeface="Calibri"/>
            </a:endParaRPr>
          </a:p>
          <a:p>
            <a:pPr indent="-215882" lvl="0" marL="342882" marR="0" rtl="0" algn="l">
              <a:lnSpc>
                <a:spcPct val="100000"/>
              </a:lnSpc>
              <a:spcBef>
                <a:spcPts val="400"/>
              </a:spcBef>
              <a:spcAft>
                <a:spcPts val="0"/>
              </a:spcAft>
              <a:buClr>
                <a:schemeClr val="accent2"/>
              </a:buClr>
              <a:buSzPts val="2000"/>
              <a:buFont typeface="Noto Sans Symbols"/>
              <a:buNone/>
            </a:pPr>
            <a:r>
              <a:t/>
            </a:r>
            <a:endParaRPr b="0" i="0" sz="2000" u="none" cap="none" strike="noStrike">
              <a:solidFill>
                <a:schemeClr val="accent2"/>
              </a:solidFill>
              <a:latin typeface="Calibri"/>
              <a:ea typeface="Calibri"/>
              <a:cs typeface="Calibri"/>
              <a:sym typeface="Calibri"/>
            </a:endParaRPr>
          </a:p>
          <a:p>
            <a:pPr indent="-342882" lvl="0" marL="342882"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accent2"/>
                </a:solidFill>
                <a:latin typeface="Calibri"/>
                <a:ea typeface="Calibri"/>
                <a:cs typeface="Calibri"/>
                <a:sym typeface="Calibri"/>
              </a:rPr>
              <a:t>This is just like search, where the successor function could only depend on the current state (not the history)</a:t>
            </a:r>
            <a:endParaRPr/>
          </a:p>
          <a:p>
            <a:pPr indent="-342882" lvl="0" marL="342882" marR="0" rtl="0" algn="l">
              <a:lnSpc>
                <a:spcPct val="100000"/>
              </a:lnSpc>
              <a:spcBef>
                <a:spcPts val="480"/>
              </a:spcBef>
              <a:spcAft>
                <a:spcPts val="0"/>
              </a:spcAft>
              <a:buClr>
                <a:schemeClr val="accent2"/>
              </a:buClr>
              <a:buSzPts val="2400"/>
              <a:buFont typeface="Noto Sans Symbols"/>
              <a:buNone/>
            </a:pPr>
            <a:r>
              <a:t/>
            </a:r>
            <a:endParaRPr b="0" i="0" sz="2400" u="none" cap="none" strike="noStrike">
              <a:solidFill>
                <a:schemeClr val="accent2"/>
              </a:solidFill>
              <a:latin typeface="Calibri"/>
              <a:ea typeface="Calibri"/>
              <a:cs typeface="Calibri"/>
              <a:sym typeface="Calibri"/>
            </a:endParaRPr>
          </a:p>
        </p:txBody>
      </p:sp>
      <p:pic>
        <p:nvPicPr>
          <p:cNvPr descr="\\.host\Shared Folders\Shared with PC\images\Markov.jpg" id="129" name="Google Shape;129;p6"/>
          <p:cNvPicPr preferRelativeResize="0"/>
          <p:nvPr/>
        </p:nvPicPr>
        <p:blipFill rotWithShape="1">
          <a:blip r:embed="rId3">
            <a:alphaModFix/>
          </a:blip>
          <a:srcRect b="0" l="0" r="0" t="0"/>
          <a:stretch/>
        </p:blipFill>
        <p:spPr>
          <a:xfrm>
            <a:off x="9296400" y="1447800"/>
            <a:ext cx="2143125" cy="2790825"/>
          </a:xfrm>
          <a:prstGeom prst="rect">
            <a:avLst/>
          </a:prstGeom>
          <a:noFill/>
          <a:ln>
            <a:noFill/>
          </a:ln>
        </p:spPr>
      </p:pic>
      <p:pic>
        <p:nvPicPr>
          <p:cNvPr descr="TP_tmp.png" id="130" name="Google Shape;130;p6"/>
          <p:cNvPicPr preferRelativeResize="0"/>
          <p:nvPr/>
        </p:nvPicPr>
        <p:blipFill rotWithShape="1">
          <a:blip r:embed="rId4">
            <a:alphaModFix/>
          </a:blip>
          <a:srcRect b="0" l="0" r="0" t="0"/>
          <a:stretch/>
        </p:blipFill>
        <p:spPr>
          <a:xfrm>
            <a:off x="2106613" y="4191000"/>
            <a:ext cx="193675" cy="82550"/>
          </a:xfrm>
          <a:prstGeom prst="rect">
            <a:avLst/>
          </a:prstGeom>
          <a:noFill/>
          <a:ln>
            <a:noFill/>
          </a:ln>
        </p:spPr>
      </p:pic>
      <p:pic>
        <p:nvPicPr>
          <p:cNvPr descr="TP_tmp.png" id="131" name="Google Shape;131;p6"/>
          <p:cNvPicPr preferRelativeResize="0"/>
          <p:nvPr/>
        </p:nvPicPr>
        <p:blipFill rotWithShape="1">
          <a:blip r:embed="rId5">
            <a:alphaModFix/>
          </a:blip>
          <a:srcRect b="0" l="0" r="0" t="0"/>
          <a:stretch/>
        </p:blipFill>
        <p:spPr>
          <a:xfrm>
            <a:off x="1344613" y="3581400"/>
            <a:ext cx="7189787" cy="304800"/>
          </a:xfrm>
          <a:prstGeom prst="rect">
            <a:avLst/>
          </a:prstGeom>
          <a:noFill/>
          <a:ln>
            <a:noFill/>
          </a:ln>
        </p:spPr>
      </p:pic>
      <p:pic>
        <p:nvPicPr>
          <p:cNvPr descr="TP_tmp.png" id="132" name="Google Shape;132;p6"/>
          <p:cNvPicPr preferRelativeResize="0"/>
          <p:nvPr/>
        </p:nvPicPr>
        <p:blipFill rotWithShape="1">
          <a:blip r:embed="rId6">
            <a:alphaModFix/>
          </a:blip>
          <a:srcRect b="0" l="0" r="0" t="0"/>
          <a:stretch/>
        </p:blipFill>
        <p:spPr>
          <a:xfrm>
            <a:off x="1344613" y="4648200"/>
            <a:ext cx="3497262" cy="304800"/>
          </a:xfrm>
          <a:prstGeom prst="rect">
            <a:avLst/>
          </a:prstGeom>
          <a:noFill/>
          <a:ln>
            <a:noFill/>
          </a:ln>
        </p:spPr>
      </p:pic>
      <p:sp>
        <p:nvSpPr>
          <p:cNvPr id="133" name="Google Shape;133;p6"/>
          <p:cNvSpPr txBox="1"/>
          <p:nvPr/>
        </p:nvSpPr>
        <p:spPr>
          <a:xfrm>
            <a:off x="9448800" y="4334470"/>
            <a:ext cx="2057400" cy="92333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Andrey Markov (1856-1922)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Markov Property</a:t>
            </a:r>
            <a:endParaRPr/>
          </a:p>
        </p:txBody>
      </p:sp>
      <p:pic>
        <p:nvPicPr>
          <p:cNvPr descr="TP_tmp.png" id="140" name="Google Shape;140;p7"/>
          <p:cNvPicPr preferRelativeResize="0"/>
          <p:nvPr/>
        </p:nvPicPr>
        <p:blipFill rotWithShape="1">
          <a:blip r:embed="rId3">
            <a:alphaModFix/>
          </a:blip>
          <a:srcRect b="0" l="0" r="0" t="0"/>
          <a:stretch/>
        </p:blipFill>
        <p:spPr>
          <a:xfrm>
            <a:off x="1344613" y="1459650"/>
            <a:ext cx="7189787" cy="304800"/>
          </a:xfrm>
          <a:prstGeom prst="rect">
            <a:avLst/>
          </a:prstGeom>
          <a:noFill/>
          <a:ln>
            <a:noFill/>
          </a:ln>
        </p:spPr>
      </p:pic>
      <p:pic>
        <p:nvPicPr>
          <p:cNvPr descr="TP_tmp.png" id="141" name="Google Shape;141;p7"/>
          <p:cNvPicPr preferRelativeResize="0"/>
          <p:nvPr/>
        </p:nvPicPr>
        <p:blipFill rotWithShape="1">
          <a:blip r:embed="rId4">
            <a:alphaModFix/>
          </a:blip>
          <a:srcRect b="0" l="0" r="0" t="0"/>
          <a:stretch/>
        </p:blipFill>
        <p:spPr>
          <a:xfrm>
            <a:off x="1344613" y="4648200"/>
            <a:ext cx="3497261" cy="304800"/>
          </a:xfrm>
          <a:prstGeom prst="rect">
            <a:avLst/>
          </a:prstGeom>
          <a:noFill/>
          <a:ln>
            <a:noFill/>
          </a:ln>
        </p:spPr>
      </p:pic>
      <p:sp>
        <p:nvSpPr>
          <p:cNvPr id="142" name="Google Shape;142;p7"/>
          <p:cNvSpPr/>
          <p:nvPr/>
        </p:nvSpPr>
        <p:spPr>
          <a:xfrm>
            <a:off x="1711075" y="2231250"/>
            <a:ext cx="848700" cy="821400"/>
          </a:xfrm>
          <a:prstGeom prst="ellipse">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S</a:t>
            </a:r>
            <a:r>
              <a:rPr b="0" baseline="-25000" i="0" lang="en-US" sz="2300" u="none" cap="none" strike="noStrike">
                <a:solidFill>
                  <a:srgbClr val="000000"/>
                </a:solidFill>
                <a:latin typeface="Arial"/>
                <a:ea typeface="Arial"/>
                <a:cs typeface="Arial"/>
                <a:sym typeface="Arial"/>
              </a:rPr>
              <a:t>0</a:t>
            </a:r>
            <a:endParaRPr b="0" baseline="-25000" i="0" sz="2300" u="none" cap="none" strike="noStrike">
              <a:solidFill>
                <a:srgbClr val="000000"/>
              </a:solidFill>
              <a:latin typeface="Arial"/>
              <a:ea typeface="Arial"/>
              <a:cs typeface="Arial"/>
              <a:sym typeface="Arial"/>
            </a:endParaRPr>
          </a:p>
        </p:txBody>
      </p:sp>
      <p:sp>
        <p:nvSpPr>
          <p:cNvPr id="143" name="Google Shape;143;p7"/>
          <p:cNvSpPr/>
          <p:nvPr/>
        </p:nvSpPr>
        <p:spPr>
          <a:xfrm>
            <a:off x="3181225" y="2231250"/>
            <a:ext cx="848700" cy="821400"/>
          </a:xfrm>
          <a:prstGeom prst="ellipse">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S</a:t>
            </a:r>
            <a:r>
              <a:rPr b="0" baseline="-25000" i="0" lang="en-US" sz="2300" u="none" cap="none" strike="noStrike">
                <a:solidFill>
                  <a:srgbClr val="000000"/>
                </a:solidFill>
                <a:latin typeface="Arial"/>
                <a:ea typeface="Arial"/>
                <a:cs typeface="Arial"/>
                <a:sym typeface="Arial"/>
              </a:rPr>
              <a:t>1</a:t>
            </a:r>
            <a:endParaRPr b="0" baseline="-25000" i="0" sz="2300" u="none" cap="none" strike="noStrike">
              <a:solidFill>
                <a:srgbClr val="000000"/>
              </a:solidFill>
              <a:latin typeface="Arial"/>
              <a:ea typeface="Arial"/>
              <a:cs typeface="Arial"/>
              <a:sym typeface="Arial"/>
            </a:endParaRPr>
          </a:p>
        </p:txBody>
      </p:sp>
      <p:sp>
        <p:nvSpPr>
          <p:cNvPr id="144" name="Google Shape;144;p7"/>
          <p:cNvSpPr/>
          <p:nvPr/>
        </p:nvSpPr>
        <p:spPr>
          <a:xfrm>
            <a:off x="5449425" y="2231250"/>
            <a:ext cx="848700" cy="821400"/>
          </a:xfrm>
          <a:prstGeom prst="ellipse">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S</a:t>
            </a:r>
            <a:r>
              <a:rPr b="0" baseline="-25000" i="0" lang="en-US" sz="2300" u="none" cap="none" strike="noStrike">
                <a:solidFill>
                  <a:srgbClr val="000000"/>
                </a:solidFill>
                <a:latin typeface="Arial"/>
                <a:ea typeface="Arial"/>
                <a:cs typeface="Arial"/>
                <a:sym typeface="Arial"/>
              </a:rPr>
              <a:t>t-1</a:t>
            </a:r>
            <a:endParaRPr b="0" baseline="-25000" i="0" sz="2300" u="none" cap="none" strike="noStrike">
              <a:solidFill>
                <a:srgbClr val="000000"/>
              </a:solidFill>
              <a:latin typeface="Arial"/>
              <a:ea typeface="Arial"/>
              <a:cs typeface="Arial"/>
              <a:sym typeface="Arial"/>
            </a:endParaRPr>
          </a:p>
        </p:txBody>
      </p:sp>
      <p:sp>
        <p:nvSpPr>
          <p:cNvPr id="145" name="Google Shape;145;p7"/>
          <p:cNvSpPr/>
          <p:nvPr/>
        </p:nvSpPr>
        <p:spPr>
          <a:xfrm>
            <a:off x="7126750" y="2231250"/>
            <a:ext cx="848700" cy="821400"/>
          </a:xfrm>
          <a:prstGeom prst="ellipse">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S</a:t>
            </a:r>
            <a:r>
              <a:rPr b="0" baseline="-25000" i="0" lang="en-US" sz="2300" u="none" cap="none" strike="noStrike">
                <a:solidFill>
                  <a:srgbClr val="000000"/>
                </a:solidFill>
                <a:latin typeface="Arial"/>
                <a:ea typeface="Arial"/>
                <a:cs typeface="Arial"/>
                <a:sym typeface="Arial"/>
              </a:rPr>
              <a:t>t</a:t>
            </a:r>
            <a:endParaRPr b="0" baseline="-25000" i="0" sz="2300" u="none" cap="none" strike="noStrike">
              <a:solidFill>
                <a:srgbClr val="000000"/>
              </a:solidFill>
              <a:latin typeface="Arial"/>
              <a:ea typeface="Arial"/>
              <a:cs typeface="Arial"/>
              <a:sym typeface="Arial"/>
            </a:endParaRPr>
          </a:p>
        </p:txBody>
      </p:sp>
      <p:sp>
        <p:nvSpPr>
          <p:cNvPr id="146" name="Google Shape;146;p7"/>
          <p:cNvSpPr/>
          <p:nvPr/>
        </p:nvSpPr>
        <p:spPr>
          <a:xfrm>
            <a:off x="8880275" y="2231250"/>
            <a:ext cx="848700" cy="821400"/>
          </a:xfrm>
          <a:prstGeom prst="ellipse">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S</a:t>
            </a:r>
            <a:r>
              <a:rPr b="0" baseline="-25000" i="0" lang="en-US" sz="2100" u="none" cap="none" strike="noStrike">
                <a:solidFill>
                  <a:srgbClr val="000000"/>
                </a:solidFill>
                <a:latin typeface="Arial"/>
                <a:ea typeface="Arial"/>
                <a:cs typeface="Arial"/>
                <a:sym typeface="Arial"/>
              </a:rPr>
              <a:t>t+1</a:t>
            </a:r>
            <a:endParaRPr b="0" baseline="-25000" i="0" sz="2100" u="none" cap="none" strike="noStrike">
              <a:solidFill>
                <a:srgbClr val="000000"/>
              </a:solidFill>
              <a:latin typeface="Arial"/>
              <a:ea typeface="Arial"/>
              <a:cs typeface="Arial"/>
              <a:sym typeface="Arial"/>
            </a:endParaRPr>
          </a:p>
        </p:txBody>
      </p:sp>
      <p:cxnSp>
        <p:nvCxnSpPr>
          <p:cNvPr id="147" name="Google Shape;147;p7"/>
          <p:cNvCxnSpPr>
            <a:stCxn id="142" idx="6"/>
            <a:endCxn id="143" idx="2"/>
          </p:cNvCxnSpPr>
          <p:nvPr/>
        </p:nvCxnSpPr>
        <p:spPr>
          <a:xfrm>
            <a:off x="2559775" y="2641950"/>
            <a:ext cx="621600" cy="0"/>
          </a:xfrm>
          <a:prstGeom prst="straightConnector1">
            <a:avLst/>
          </a:prstGeom>
          <a:noFill/>
          <a:ln cap="flat" cmpd="sng" w="9525">
            <a:solidFill>
              <a:schemeClr val="dk2"/>
            </a:solidFill>
            <a:prstDash val="solid"/>
            <a:round/>
            <a:headEnd len="sm" w="sm" type="none"/>
            <a:tailEnd len="med" w="med" type="triangle"/>
          </a:ln>
        </p:spPr>
      </p:cxnSp>
      <p:cxnSp>
        <p:nvCxnSpPr>
          <p:cNvPr id="148" name="Google Shape;148;p7"/>
          <p:cNvCxnSpPr>
            <a:stCxn id="143" idx="6"/>
          </p:cNvCxnSpPr>
          <p:nvPr/>
        </p:nvCxnSpPr>
        <p:spPr>
          <a:xfrm>
            <a:off x="4029925" y="2641950"/>
            <a:ext cx="364200" cy="13800"/>
          </a:xfrm>
          <a:prstGeom prst="straightConnector1">
            <a:avLst/>
          </a:prstGeom>
          <a:noFill/>
          <a:ln cap="flat" cmpd="sng" w="9525">
            <a:solidFill>
              <a:schemeClr val="dk2"/>
            </a:solidFill>
            <a:prstDash val="solid"/>
            <a:round/>
            <a:headEnd len="sm" w="sm" type="none"/>
            <a:tailEnd len="sm" w="sm" type="none"/>
          </a:ln>
        </p:spPr>
      </p:cxnSp>
      <p:cxnSp>
        <p:nvCxnSpPr>
          <p:cNvPr id="149" name="Google Shape;149;p7"/>
          <p:cNvCxnSpPr/>
          <p:nvPr/>
        </p:nvCxnSpPr>
        <p:spPr>
          <a:xfrm>
            <a:off x="5032375" y="2641950"/>
            <a:ext cx="400500" cy="13800"/>
          </a:xfrm>
          <a:prstGeom prst="straightConnector1">
            <a:avLst/>
          </a:prstGeom>
          <a:noFill/>
          <a:ln cap="flat" cmpd="sng" w="9525">
            <a:solidFill>
              <a:schemeClr val="dk2"/>
            </a:solidFill>
            <a:prstDash val="solid"/>
            <a:round/>
            <a:headEnd len="sm" w="sm" type="none"/>
            <a:tailEnd len="med" w="med" type="triangle"/>
          </a:ln>
        </p:spPr>
      </p:cxnSp>
      <p:sp>
        <p:nvSpPr>
          <p:cNvPr id="150" name="Google Shape;150;p7"/>
          <p:cNvSpPr txBox="1"/>
          <p:nvPr/>
        </p:nvSpPr>
        <p:spPr>
          <a:xfrm>
            <a:off x="4489875" y="2374075"/>
            <a:ext cx="400500" cy="410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1" i="0" sz="2000" u="none" cap="none" strike="noStrike">
              <a:solidFill>
                <a:srgbClr val="000000"/>
              </a:solidFill>
              <a:latin typeface="Arial"/>
              <a:ea typeface="Arial"/>
              <a:cs typeface="Arial"/>
              <a:sym typeface="Arial"/>
            </a:endParaRPr>
          </a:p>
        </p:txBody>
      </p:sp>
      <p:cxnSp>
        <p:nvCxnSpPr>
          <p:cNvPr id="151" name="Google Shape;151;p7"/>
          <p:cNvCxnSpPr>
            <a:endCxn id="145" idx="2"/>
          </p:cNvCxnSpPr>
          <p:nvPr/>
        </p:nvCxnSpPr>
        <p:spPr>
          <a:xfrm flipH="1" rot="10800000">
            <a:off x="6298150" y="2641950"/>
            <a:ext cx="828600" cy="6900"/>
          </a:xfrm>
          <a:prstGeom prst="straightConnector1">
            <a:avLst/>
          </a:prstGeom>
          <a:noFill/>
          <a:ln cap="flat" cmpd="sng" w="9525">
            <a:solidFill>
              <a:schemeClr val="dk2"/>
            </a:solidFill>
            <a:prstDash val="solid"/>
            <a:round/>
            <a:headEnd len="sm" w="sm" type="none"/>
            <a:tailEnd len="med" w="med" type="triangle"/>
          </a:ln>
        </p:spPr>
      </p:cxnSp>
      <p:cxnSp>
        <p:nvCxnSpPr>
          <p:cNvPr id="152" name="Google Shape;152;p7"/>
          <p:cNvCxnSpPr>
            <a:stCxn id="145" idx="6"/>
            <a:endCxn id="146" idx="2"/>
          </p:cNvCxnSpPr>
          <p:nvPr/>
        </p:nvCxnSpPr>
        <p:spPr>
          <a:xfrm>
            <a:off x="7975450" y="2641950"/>
            <a:ext cx="904800" cy="0"/>
          </a:xfrm>
          <a:prstGeom prst="straightConnector1">
            <a:avLst/>
          </a:prstGeom>
          <a:noFill/>
          <a:ln cap="flat" cmpd="sng" w="9525">
            <a:solidFill>
              <a:schemeClr val="dk2"/>
            </a:solidFill>
            <a:prstDash val="solid"/>
            <a:round/>
            <a:headEnd len="sm" w="sm" type="none"/>
            <a:tailEnd len="med" w="med" type="triangle"/>
          </a:ln>
        </p:spPr>
      </p:cxnSp>
      <p:sp>
        <p:nvSpPr>
          <p:cNvPr id="153" name="Google Shape;153;p7"/>
          <p:cNvSpPr/>
          <p:nvPr/>
        </p:nvSpPr>
        <p:spPr>
          <a:xfrm>
            <a:off x="7126725" y="5344050"/>
            <a:ext cx="848700" cy="821400"/>
          </a:xfrm>
          <a:prstGeom prst="ellipse">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S</a:t>
            </a:r>
            <a:r>
              <a:rPr b="0" baseline="-25000" i="0" lang="en-US" sz="2300" u="none" cap="none" strike="noStrike">
                <a:solidFill>
                  <a:srgbClr val="000000"/>
                </a:solidFill>
                <a:latin typeface="Arial"/>
                <a:ea typeface="Arial"/>
                <a:cs typeface="Arial"/>
                <a:sym typeface="Arial"/>
              </a:rPr>
              <a:t>t</a:t>
            </a:r>
            <a:endParaRPr b="0" baseline="-25000" i="0" sz="2300" u="none" cap="none" strike="noStrike">
              <a:solidFill>
                <a:srgbClr val="000000"/>
              </a:solidFill>
              <a:latin typeface="Arial"/>
              <a:ea typeface="Arial"/>
              <a:cs typeface="Arial"/>
              <a:sym typeface="Arial"/>
            </a:endParaRPr>
          </a:p>
        </p:txBody>
      </p:sp>
      <p:sp>
        <p:nvSpPr>
          <p:cNvPr id="154" name="Google Shape;154;p7"/>
          <p:cNvSpPr/>
          <p:nvPr/>
        </p:nvSpPr>
        <p:spPr>
          <a:xfrm>
            <a:off x="8880250" y="5344050"/>
            <a:ext cx="848700" cy="821400"/>
          </a:xfrm>
          <a:prstGeom prst="ellipse">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S</a:t>
            </a:r>
            <a:r>
              <a:rPr b="0" baseline="-25000" i="0" lang="en-US" sz="2100" u="none" cap="none" strike="noStrike">
                <a:solidFill>
                  <a:srgbClr val="000000"/>
                </a:solidFill>
                <a:latin typeface="Arial"/>
                <a:ea typeface="Arial"/>
                <a:cs typeface="Arial"/>
                <a:sym typeface="Arial"/>
              </a:rPr>
              <a:t>t+1</a:t>
            </a:r>
            <a:endParaRPr b="0" baseline="-25000" i="0" sz="2100" u="none" cap="none" strike="noStrike">
              <a:solidFill>
                <a:srgbClr val="000000"/>
              </a:solidFill>
              <a:latin typeface="Arial"/>
              <a:ea typeface="Arial"/>
              <a:cs typeface="Arial"/>
              <a:sym typeface="Arial"/>
            </a:endParaRPr>
          </a:p>
        </p:txBody>
      </p:sp>
      <p:cxnSp>
        <p:nvCxnSpPr>
          <p:cNvPr id="155" name="Google Shape;155;p7"/>
          <p:cNvCxnSpPr>
            <a:stCxn id="153" idx="6"/>
            <a:endCxn id="154" idx="2"/>
          </p:cNvCxnSpPr>
          <p:nvPr/>
        </p:nvCxnSpPr>
        <p:spPr>
          <a:xfrm>
            <a:off x="7975425" y="5754750"/>
            <a:ext cx="904800" cy="0"/>
          </a:xfrm>
          <a:prstGeom prst="straightConnector1">
            <a:avLst/>
          </a:prstGeom>
          <a:noFill/>
          <a:ln cap="flat" cmpd="sng" w="9525">
            <a:solidFill>
              <a:schemeClr val="dk2"/>
            </a:solidFill>
            <a:prstDash val="solid"/>
            <a:round/>
            <a:headEnd len="sm" w="sm" type="none"/>
            <a:tailEnd len="med" w="med" type="triangle"/>
          </a:ln>
        </p:spPr>
      </p:cxnSp>
      <p:sp>
        <p:nvSpPr>
          <p:cNvPr id="156" name="Google Shape;156;p7"/>
          <p:cNvSpPr txBox="1"/>
          <p:nvPr/>
        </p:nvSpPr>
        <p:spPr>
          <a:xfrm>
            <a:off x="4642275" y="2907475"/>
            <a:ext cx="1750200" cy="1689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0"/>
              <a:buFont typeface="Arial"/>
              <a:buNone/>
            </a:pPr>
            <a:r>
              <a:rPr b="1" i="0" lang="en-US" sz="10000" u="none" cap="none" strike="noStrike">
                <a:solidFill>
                  <a:srgbClr val="000000"/>
                </a:solidFill>
                <a:latin typeface="Arial"/>
                <a:ea typeface="Arial"/>
                <a:cs typeface="Arial"/>
                <a:sym typeface="Arial"/>
              </a:rPr>
              <a:t>=</a:t>
            </a:r>
            <a:endParaRPr b="1" i="0" sz="10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Policies</a:t>
            </a:r>
            <a:endParaRPr/>
          </a:p>
        </p:txBody>
      </p:sp>
      <p:pic>
        <p:nvPicPr>
          <p:cNvPr id="163" name="Google Shape;163;p8"/>
          <p:cNvPicPr preferRelativeResize="0"/>
          <p:nvPr/>
        </p:nvPicPr>
        <p:blipFill rotWithShape="1">
          <a:blip r:embed="rId3">
            <a:alphaModFix/>
          </a:blip>
          <a:srcRect b="0" l="0" r="0" t="0"/>
          <a:stretch/>
        </p:blipFill>
        <p:spPr>
          <a:xfrm>
            <a:off x="7315200" y="1524000"/>
            <a:ext cx="4013200" cy="3057525"/>
          </a:xfrm>
          <a:prstGeom prst="rect">
            <a:avLst/>
          </a:prstGeom>
          <a:noFill/>
          <a:ln>
            <a:noFill/>
          </a:ln>
        </p:spPr>
      </p:pic>
      <p:sp>
        <p:nvSpPr>
          <p:cNvPr id="164" name="Google Shape;164;p8"/>
          <p:cNvSpPr txBox="1"/>
          <p:nvPr/>
        </p:nvSpPr>
        <p:spPr>
          <a:xfrm>
            <a:off x="6629400" y="4724400"/>
            <a:ext cx="5105400" cy="83099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Optimal policy when R(s, a, s’) = -0.03 for all non-terminals s</a:t>
            </a:r>
            <a:endParaRPr b="0" i="0" sz="2400" u="none" cap="none" strike="noStrike">
              <a:solidFill>
                <a:schemeClr val="dk1"/>
              </a:solidFill>
              <a:latin typeface="Calibri"/>
              <a:ea typeface="Calibri"/>
              <a:cs typeface="Calibri"/>
              <a:sym typeface="Calibri"/>
            </a:endParaRPr>
          </a:p>
        </p:txBody>
      </p:sp>
      <p:pic>
        <p:nvPicPr>
          <p:cNvPr id="165" name="Google Shape;165;p8"/>
          <p:cNvPicPr preferRelativeResize="0"/>
          <p:nvPr/>
        </p:nvPicPr>
        <p:blipFill rotWithShape="1">
          <a:blip r:embed="rId4">
            <a:alphaModFix/>
          </a:blip>
          <a:srcRect b="0" l="0" r="0" t="0"/>
          <a:stretch/>
        </p:blipFill>
        <p:spPr>
          <a:xfrm>
            <a:off x="6553200" y="1295742"/>
            <a:ext cx="5410200" cy="3162994"/>
          </a:xfrm>
          <a:prstGeom prst="rect">
            <a:avLst/>
          </a:prstGeom>
          <a:noFill/>
          <a:ln>
            <a:noFill/>
          </a:ln>
        </p:spPr>
      </p:pic>
      <p:sp>
        <p:nvSpPr>
          <p:cNvPr id="166" name="Google Shape;166;p8"/>
          <p:cNvSpPr txBox="1"/>
          <p:nvPr>
            <p:ph idx="1" type="body"/>
          </p:nvPr>
        </p:nvSpPr>
        <p:spPr>
          <a:xfrm>
            <a:off x="304800" y="1447800"/>
            <a:ext cx="6400800" cy="4525963"/>
          </a:xfrm>
          <a:prstGeom prst="rect">
            <a:avLst/>
          </a:prstGeom>
          <a:noFill/>
          <a:ln>
            <a:noFill/>
          </a:ln>
        </p:spPr>
        <p:txBody>
          <a:bodyPr anchorCtr="0" anchor="t" bIns="45700" lIns="91425" spcFirstLastPara="1" rIns="91425" wrap="square" tIns="45700">
            <a:noAutofit/>
          </a:bodyPr>
          <a:lstStyle/>
          <a:p>
            <a:pPr indent="-342882" lvl="0" marL="342882" marR="0" rtl="0" algn="l">
              <a:lnSpc>
                <a:spcPct val="100000"/>
              </a:lnSpc>
              <a:spcBef>
                <a:spcPts val="0"/>
              </a:spcBef>
              <a:spcAft>
                <a:spcPts val="0"/>
              </a:spcAft>
              <a:buClr>
                <a:schemeClr val="accent2"/>
              </a:buClr>
              <a:buSzPts val="2400"/>
              <a:buFont typeface="Noto Sans Symbols"/>
              <a:buChar char="▪"/>
            </a:pPr>
            <a:r>
              <a:rPr b="0" i="0" lang="en-US" sz="2400" u="none" cap="none" strike="noStrike">
                <a:solidFill>
                  <a:schemeClr val="accent2"/>
                </a:solidFill>
                <a:latin typeface="Calibri"/>
                <a:ea typeface="Calibri"/>
                <a:cs typeface="Calibri"/>
                <a:sym typeface="Calibri"/>
              </a:rPr>
              <a:t>In deterministic single-agent search problems, we wanted an optimal </a:t>
            </a:r>
            <a:r>
              <a:rPr b="0" i="0" lang="en-US" sz="2400" u="none" cap="none" strike="noStrike">
                <a:solidFill>
                  <a:srgbClr val="CC0000"/>
                </a:solidFill>
                <a:latin typeface="Calibri"/>
                <a:ea typeface="Calibri"/>
                <a:cs typeface="Calibri"/>
                <a:sym typeface="Calibri"/>
              </a:rPr>
              <a:t>plan</a:t>
            </a:r>
            <a:r>
              <a:rPr b="0" i="0" lang="en-US" sz="2400" u="none" cap="none" strike="noStrike">
                <a:solidFill>
                  <a:schemeClr val="accent2"/>
                </a:solidFill>
                <a:latin typeface="Calibri"/>
                <a:ea typeface="Calibri"/>
                <a:cs typeface="Calibri"/>
                <a:sym typeface="Calibri"/>
              </a:rPr>
              <a:t>, or sequence of actions, from start to a goal</a:t>
            </a:r>
            <a:endParaRPr/>
          </a:p>
          <a:p>
            <a:pPr indent="-190482" lvl="0" marL="342882" marR="0" rtl="0" algn="l">
              <a:lnSpc>
                <a:spcPct val="100000"/>
              </a:lnSpc>
              <a:spcBef>
                <a:spcPts val="480"/>
              </a:spcBef>
              <a:spcAft>
                <a:spcPts val="0"/>
              </a:spcAft>
              <a:buClr>
                <a:schemeClr val="accent2"/>
              </a:buClr>
              <a:buSzPts val="2400"/>
              <a:buFont typeface="Noto Sans Symbols"/>
              <a:buNone/>
            </a:pPr>
            <a:r>
              <a:t/>
            </a:r>
            <a:endParaRPr b="0" i="0" sz="2400" u="none" cap="none" strike="noStrike">
              <a:solidFill>
                <a:schemeClr val="accent2"/>
              </a:solidFill>
              <a:latin typeface="Calibri"/>
              <a:ea typeface="Calibri"/>
              <a:cs typeface="Calibri"/>
              <a:sym typeface="Calibri"/>
            </a:endParaRPr>
          </a:p>
          <a:p>
            <a:pPr indent="-342882" lvl="0" marL="342882"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accent2"/>
                </a:solidFill>
                <a:latin typeface="Calibri"/>
                <a:ea typeface="Calibri"/>
                <a:cs typeface="Calibri"/>
                <a:sym typeface="Calibri"/>
              </a:rPr>
              <a:t>For MDPs, we want an optimal </a:t>
            </a:r>
            <a:r>
              <a:rPr b="0" i="0" lang="en-US" sz="2400" u="none" cap="none" strike="noStrike">
                <a:solidFill>
                  <a:srgbClr val="CC0000"/>
                </a:solidFill>
                <a:latin typeface="Calibri"/>
                <a:ea typeface="Calibri"/>
                <a:cs typeface="Calibri"/>
                <a:sym typeface="Calibri"/>
              </a:rPr>
              <a:t>policy π*: S → A</a:t>
            </a:r>
            <a:endParaRPr/>
          </a:p>
          <a:p>
            <a:pPr indent="-285736" lvl="1" marL="742913" marR="0" rtl="0" algn="l">
              <a:lnSpc>
                <a:spcPct val="10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 policy π gives an action for each state</a:t>
            </a:r>
            <a:endParaRPr/>
          </a:p>
          <a:p>
            <a:pPr indent="-285736" lvl="1" marL="742913" marR="0" rtl="0" algn="l">
              <a:lnSpc>
                <a:spcPct val="10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An optimal policy is one that maximizes        expected utility if followed</a:t>
            </a:r>
            <a:endParaRPr/>
          </a:p>
          <a:p>
            <a:pPr indent="-285736" lvl="1" marL="742913" marR="0" rtl="0" algn="l">
              <a:lnSpc>
                <a:spcPct val="10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An explicit policy defines a reflex agent</a:t>
            </a:r>
            <a:endParaRPr/>
          </a:p>
          <a:p>
            <a:pPr indent="-158736" lvl="1" marL="742913" marR="0" rtl="0" algn="l">
              <a:lnSpc>
                <a:spcPct val="100000"/>
              </a:lnSpc>
              <a:spcBef>
                <a:spcPts val="400"/>
              </a:spcBef>
              <a:spcAft>
                <a:spcPts val="0"/>
              </a:spcAft>
              <a:buClr>
                <a:schemeClr val="dk1"/>
              </a:buClr>
              <a:buSzPts val="2000"/>
              <a:buFont typeface="Noto Sans Symbols"/>
              <a:buNone/>
            </a:pPr>
            <a:r>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Optimal Policies</a:t>
            </a:r>
            <a:endParaRPr/>
          </a:p>
        </p:txBody>
      </p:sp>
      <p:pic>
        <p:nvPicPr>
          <p:cNvPr id="173" name="Google Shape;173;p9"/>
          <p:cNvPicPr preferRelativeResize="0"/>
          <p:nvPr/>
        </p:nvPicPr>
        <p:blipFill rotWithShape="1">
          <a:blip r:embed="rId3">
            <a:alphaModFix/>
          </a:blip>
          <a:srcRect b="0" l="0" r="1049" t="0"/>
          <a:stretch/>
        </p:blipFill>
        <p:spPr>
          <a:xfrm>
            <a:off x="7239000" y="1360487"/>
            <a:ext cx="2766237" cy="2100262"/>
          </a:xfrm>
          <a:prstGeom prst="rect">
            <a:avLst/>
          </a:prstGeom>
          <a:noFill/>
          <a:ln>
            <a:noFill/>
          </a:ln>
        </p:spPr>
      </p:pic>
      <p:pic>
        <p:nvPicPr>
          <p:cNvPr id="174" name="Google Shape;174;p9"/>
          <p:cNvPicPr preferRelativeResize="0"/>
          <p:nvPr/>
        </p:nvPicPr>
        <p:blipFill rotWithShape="1">
          <a:blip r:embed="rId4">
            <a:alphaModFix/>
          </a:blip>
          <a:srcRect b="0" l="0" r="0" t="0"/>
          <a:stretch/>
        </p:blipFill>
        <p:spPr>
          <a:xfrm>
            <a:off x="2209800" y="1360487"/>
            <a:ext cx="2795588" cy="2109787"/>
          </a:xfrm>
          <a:prstGeom prst="rect">
            <a:avLst/>
          </a:prstGeom>
          <a:noFill/>
          <a:ln>
            <a:noFill/>
          </a:ln>
        </p:spPr>
      </p:pic>
      <p:pic>
        <p:nvPicPr>
          <p:cNvPr id="175" name="Google Shape;175;p9"/>
          <p:cNvPicPr preferRelativeResize="0"/>
          <p:nvPr/>
        </p:nvPicPr>
        <p:blipFill rotWithShape="1">
          <a:blip r:embed="rId5">
            <a:alphaModFix/>
          </a:blip>
          <a:srcRect b="0" l="0" r="1141" t="0"/>
          <a:stretch/>
        </p:blipFill>
        <p:spPr>
          <a:xfrm>
            <a:off x="2233613" y="4165599"/>
            <a:ext cx="2763689" cy="2090738"/>
          </a:xfrm>
          <a:prstGeom prst="rect">
            <a:avLst/>
          </a:prstGeom>
          <a:noFill/>
          <a:ln>
            <a:noFill/>
          </a:ln>
        </p:spPr>
      </p:pic>
      <p:pic>
        <p:nvPicPr>
          <p:cNvPr id="176" name="Google Shape;176;p9"/>
          <p:cNvPicPr preferRelativeResize="0"/>
          <p:nvPr/>
        </p:nvPicPr>
        <p:blipFill rotWithShape="1">
          <a:blip r:embed="rId6">
            <a:alphaModFix/>
          </a:blip>
          <a:srcRect b="0" l="0" r="1520" t="0"/>
          <a:stretch/>
        </p:blipFill>
        <p:spPr>
          <a:xfrm>
            <a:off x="7262813" y="4165599"/>
            <a:ext cx="2753057" cy="2100263"/>
          </a:xfrm>
          <a:prstGeom prst="rect">
            <a:avLst/>
          </a:prstGeom>
          <a:noFill/>
          <a:ln>
            <a:noFill/>
          </a:ln>
        </p:spPr>
      </p:pic>
      <p:sp>
        <p:nvSpPr>
          <p:cNvPr id="177" name="Google Shape;177;p9"/>
          <p:cNvSpPr txBox="1"/>
          <p:nvPr/>
        </p:nvSpPr>
        <p:spPr>
          <a:xfrm>
            <a:off x="8024813" y="6313487"/>
            <a:ext cx="1295400"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R(s) = -2.0</a:t>
            </a:r>
            <a:endParaRPr b="0" i="0" sz="1400" u="none" cap="none" strike="noStrike">
              <a:solidFill>
                <a:srgbClr val="000000"/>
              </a:solidFill>
              <a:latin typeface="Arial"/>
              <a:ea typeface="Arial"/>
              <a:cs typeface="Arial"/>
              <a:sym typeface="Arial"/>
            </a:endParaRPr>
          </a:p>
        </p:txBody>
      </p:sp>
      <p:sp>
        <p:nvSpPr>
          <p:cNvPr id="178" name="Google Shape;178;p9"/>
          <p:cNvSpPr txBox="1"/>
          <p:nvPr/>
        </p:nvSpPr>
        <p:spPr>
          <a:xfrm>
            <a:off x="3048000" y="6299199"/>
            <a:ext cx="1347788" cy="3667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R(s) = -0.4</a:t>
            </a:r>
            <a:endParaRPr b="0" i="0" sz="1400" u="none" cap="none" strike="noStrike">
              <a:solidFill>
                <a:srgbClr val="000000"/>
              </a:solidFill>
              <a:latin typeface="Arial"/>
              <a:ea typeface="Arial"/>
              <a:cs typeface="Arial"/>
              <a:sym typeface="Arial"/>
            </a:endParaRPr>
          </a:p>
        </p:txBody>
      </p:sp>
      <p:sp>
        <p:nvSpPr>
          <p:cNvPr id="179" name="Google Shape;179;p9"/>
          <p:cNvSpPr txBox="1"/>
          <p:nvPr/>
        </p:nvSpPr>
        <p:spPr>
          <a:xfrm>
            <a:off x="7977188" y="3494087"/>
            <a:ext cx="1676400"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R(s) = -0.03</a:t>
            </a:r>
            <a:endParaRPr b="0" i="0" sz="1400" u="none" cap="none" strike="noStrike">
              <a:solidFill>
                <a:srgbClr val="000000"/>
              </a:solidFill>
              <a:latin typeface="Arial"/>
              <a:ea typeface="Arial"/>
              <a:cs typeface="Arial"/>
              <a:sym typeface="Arial"/>
            </a:endParaRPr>
          </a:p>
        </p:txBody>
      </p:sp>
      <p:sp>
        <p:nvSpPr>
          <p:cNvPr id="180" name="Google Shape;180;p9"/>
          <p:cNvSpPr txBox="1"/>
          <p:nvPr/>
        </p:nvSpPr>
        <p:spPr>
          <a:xfrm>
            <a:off x="2947988" y="3494087"/>
            <a:ext cx="1447800"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R(s) = -0.01</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0"/>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Utilities of Sequences</a:t>
            </a:r>
            <a:endParaRPr b="0" i="0" sz="4400" u="none" cap="none" strike="noStrike">
              <a:solidFill>
                <a:schemeClr val="dk2"/>
              </a:solidFill>
              <a:latin typeface="Calibri"/>
              <a:ea typeface="Calibri"/>
              <a:cs typeface="Calibri"/>
              <a:sym typeface="Calibri"/>
            </a:endParaRPr>
          </a:p>
        </p:txBody>
      </p:sp>
      <p:pic>
        <p:nvPicPr>
          <p:cNvPr id="186" name="Google Shape;186;p10"/>
          <p:cNvPicPr preferRelativeResize="0"/>
          <p:nvPr/>
        </p:nvPicPr>
        <p:blipFill rotWithShape="1">
          <a:blip r:embed="rId3">
            <a:alphaModFix/>
          </a:blip>
          <a:srcRect b="0" l="0" r="0" t="0"/>
          <a:stretch/>
        </p:blipFill>
        <p:spPr>
          <a:xfrm>
            <a:off x="2259012" y="1248279"/>
            <a:ext cx="7875588" cy="499961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1"/>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Utilities of Sequences</a:t>
            </a:r>
            <a:endParaRPr b="0" i="0" sz="4400" u="none" cap="none" strike="noStrike">
              <a:solidFill>
                <a:schemeClr val="dk2"/>
              </a:solidFill>
              <a:latin typeface="Calibri"/>
              <a:ea typeface="Calibri"/>
              <a:cs typeface="Calibri"/>
              <a:sym typeface="Calibri"/>
            </a:endParaRPr>
          </a:p>
        </p:txBody>
      </p:sp>
      <p:sp>
        <p:nvSpPr>
          <p:cNvPr id="192" name="Google Shape;192;p11"/>
          <p:cNvSpPr txBox="1"/>
          <p:nvPr>
            <p:ph idx="1" type="body"/>
          </p:nvPr>
        </p:nvSpPr>
        <p:spPr>
          <a:xfrm>
            <a:off x="406400" y="1397001"/>
            <a:ext cx="11379200" cy="4729164"/>
          </a:xfrm>
          <a:prstGeom prst="rect">
            <a:avLst/>
          </a:prstGeom>
          <a:noFill/>
          <a:ln>
            <a:noFill/>
          </a:ln>
        </p:spPr>
        <p:txBody>
          <a:bodyPr anchorCtr="0" anchor="t" bIns="45700" lIns="91425" spcFirstLastPara="1" rIns="91425" wrap="square" tIns="45700">
            <a:noAutofit/>
          </a:bodyPr>
          <a:lstStyle/>
          <a:p>
            <a:pPr indent="-342882" lvl="0" marL="342882" marR="0" rtl="0" algn="l">
              <a:lnSpc>
                <a:spcPct val="100000"/>
              </a:lnSpc>
              <a:spcBef>
                <a:spcPts val="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What preferences should an agent have over reward sequences?</a:t>
            </a:r>
            <a:endParaRPr/>
          </a:p>
          <a:p>
            <a:pPr indent="-165082" lvl="0" marL="342882"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accent2"/>
              </a:solidFill>
              <a:latin typeface="Calibri"/>
              <a:ea typeface="Calibri"/>
              <a:cs typeface="Calibri"/>
              <a:sym typeface="Calibri"/>
            </a:endParaRPr>
          </a:p>
          <a:p>
            <a:pPr indent="-342882" lvl="0" marL="342882" marR="0" rtl="0" algn="l">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More or less?</a:t>
            </a:r>
            <a:endParaRPr/>
          </a:p>
          <a:p>
            <a:pPr indent="-165082" lvl="0" marL="342882"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accent2"/>
              </a:solidFill>
              <a:latin typeface="Calibri"/>
              <a:ea typeface="Calibri"/>
              <a:cs typeface="Calibri"/>
              <a:sym typeface="Calibri"/>
            </a:endParaRPr>
          </a:p>
          <a:p>
            <a:pPr indent="-342882" lvl="0" marL="342882" marR="0" rtl="0" algn="l">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Now or later?</a:t>
            </a:r>
            <a:endParaRPr/>
          </a:p>
          <a:p>
            <a:pPr indent="-165082" lvl="0" marL="342882"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accent2"/>
              </a:solidFill>
              <a:latin typeface="Calibri"/>
              <a:ea typeface="Calibri"/>
              <a:cs typeface="Calibri"/>
              <a:sym typeface="Calibri"/>
            </a:endParaRPr>
          </a:p>
          <a:p>
            <a:pPr indent="-165082" lvl="0" marL="342882"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accent2"/>
              </a:solidFill>
              <a:latin typeface="Calibri"/>
              <a:ea typeface="Calibri"/>
              <a:cs typeface="Calibri"/>
              <a:sym typeface="Calibri"/>
            </a:endParaRPr>
          </a:p>
          <a:p>
            <a:pPr indent="-165082" lvl="0" marL="342882"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accent2"/>
              </a:solidFill>
              <a:latin typeface="Calibri"/>
              <a:ea typeface="Calibri"/>
              <a:cs typeface="Calibri"/>
              <a:sym typeface="Calibri"/>
            </a:endParaRPr>
          </a:p>
          <a:p>
            <a:pPr indent="-165082" lvl="0" marL="342882"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accent2"/>
              </a:solidFill>
              <a:latin typeface="Calibri"/>
              <a:ea typeface="Calibri"/>
              <a:cs typeface="Calibri"/>
              <a:sym typeface="Calibri"/>
            </a:endParaRPr>
          </a:p>
        </p:txBody>
      </p:sp>
      <p:pic>
        <p:nvPicPr>
          <p:cNvPr id="193" name="Google Shape;193;p11"/>
          <p:cNvPicPr preferRelativeResize="0"/>
          <p:nvPr/>
        </p:nvPicPr>
        <p:blipFill rotWithShape="1">
          <a:blip r:embed="rId3">
            <a:alphaModFix/>
          </a:blip>
          <a:srcRect b="0" l="0" r="0" t="0"/>
          <a:stretch/>
        </p:blipFill>
        <p:spPr>
          <a:xfrm>
            <a:off x="7315200" y="3505497"/>
            <a:ext cx="4648200" cy="2950792"/>
          </a:xfrm>
          <a:prstGeom prst="rect">
            <a:avLst/>
          </a:prstGeom>
          <a:noFill/>
          <a:ln>
            <a:noFill/>
          </a:ln>
        </p:spPr>
      </p:pic>
      <p:sp>
        <p:nvSpPr>
          <p:cNvPr id="194" name="Google Shape;194;p11"/>
          <p:cNvSpPr txBox="1"/>
          <p:nvPr/>
        </p:nvSpPr>
        <p:spPr>
          <a:xfrm>
            <a:off x="3124200" y="2409825"/>
            <a:ext cx="129715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[1, 2, 2]</a:t>
            </a:r>
            <a:endParaRPr b="0" i="0" sz="2800" u="none" cap="none" strike="noStrike">
              <a:solidFill>
                <a:schemeClr val="dk1"/>
              </a:solidFill>
              <a:latin typeface="Calibri"/>
              <a:ea typeface="Calibri"/>
              <a:cs typeface="Calibri"/>
              <a:sym typeface="Calibri"/>
            </a:endParaRPr>
          </a:p>
        </p:txBody>
      </p:sp>
      <p:sp>
        <p:nvSpPr>
          <p:cNvPr id="195" name="Google Shape;195;p11"/>
          <p:cNvSpPr txBox="1"/>
          <p:nvPr/>
        </p:nvSpPr>
        <p:spPr>
          <a:xfrm>
            <a:off x="5578253" y="2409825"/>
            <a:ext cx="129715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[2, 3, 4]</a:t>
            </a:r>
            <a:endParaRPr b="0" i="0" sz="2800" u="none" cap="none" strike="noStrike">
              <a:solidFill>
                <a:schemeClr val="dk1"/>
              </a:solidFill>
              <a:latin typeface="Calibri"/>
              <a:ea typeface="Calibri"/>
              <a:cs typeface="Calibri"/>
              <a:sym typeface="Calibri"/>
            </a:endParaRPr>
          </a:p>
        </p:txBody>
      </p:sp>
      <p:sp>
        <p:nvSpPr>
          <p:cNvPr id="196" name="Google Shape;196;p11"/>
          <p:cNvSpPr txBox="1"/>
          <p:nvPr/>
        </p:nvSpPr>
        <p:spPr>
          <a:xfrm>
            <a:off x="4694595" y="2409825"/>
            <a:ext cx="58060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or</a:t>
            </a:r>
            <a:endParaRPr b="0" i="0" sz="2800" u="none" cap="none" strike="noStrike">
              <a:solidFill>
                <a:schemeClr val="dk1"/>
              </a:solidFill>
              <a:latin typeface="Calibri"/>
              <a:ea typeface="Calibri"/>
              <a:cs typeface="Calibri"/>
              <a:sym typeface="Calibri"/>
            </a:endParaRPr>
          </a:p>
        </p:txBody>
      </p:sp>
      <p:sp>
        <p:nvSpPr>
          <p:cNvPr id="197" name="Google Shape;197;p11"/>
          <p:cNvSpPr txBox="1"/>
          <p:nvPr/>
        </p:nvSpPr>
        <p:spPr>
          <a:xfrm>
            <a:off x="3124200" y="3439180"/>
            <a:ext cx="129715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[0, 0, 1]</a:t>
            </a:r>
            <a:endParaRPr b="0" i="0" sz="2800" u="none" cap="none" strike="noStrike">
              <a:solidFill>
                <a:schemeClr val="dk1"/>
              </a:solidFill>
              <a:latin typeface="Calibri"/>
              <a:ea typeface="Calibri"/>
              <a:cs typeface="Calibri"/>
              <a:sym typeface="Calibri"/>
            </a:endParaRPr>
          </a:p>
        </p:txBody>
      </p:sp>
      <p:sp>
        <p:nvSpPr>
          <p:cNvPr id="198" name="Google Shape;198;p11"/>
          <p:cNvSpPr txBox="1"/>
          <p:nvPr/>
        </p:nvSpPr>
        <p:spPr>
          <a:xfrm>
            <a:off x="5578253" y="3439180"/>
            <a:ext cx="129715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[1, 0, 0]</a:t>
            </a:r>
            <a:endParaRPr b="0" i="0" sz="2800" u="none" cap="none" strike="noStrike">
              <a:solidFill>
                <a:schemeClr val="dk1"/>
              </a:solidFill>
              <a:latin typeface="Calibri"/>
              <a:ea typeface="Calibri"/>
              <a:cs typeface="Calibri"/>
              <a:sym typeface="Calibri"/>
            </a:endParaRPr>
          </a:p>
        </p:txBody>
      </p:sp>
      <p:sp>
        <p:nvSpPr>
          <p:cNvPr id="199" name="Google Shape;199;p11"/>
          <p:cNvSpPr txBox="1"/>
          <p:nvPr/>
        </p:nvSpPr>
        <p:spPr>
          <a:xfrm>
            <a:off x="4694595" y="3439180"/>
            <a:ext cx="58060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or</a:t>
            </a:r>
            <a:endParaRPr b="0" i="0" sz="2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2"/>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Discounting</a:t>
            </a:r>
            <a:endParaRPr b="0" i="0" sz="4400" u="none" cap="none" strike="noStrike">
              <a:solidFill>
                <a:schemeClr val="dk2"/>
              </a:solidFill>
              <a:latin typeface="Calibri"/>
              <a:ea typeface="Calibri"/>
              <a:cs typeface="Calibri"/>
              <a:sym typeface="Calibri"/>
            </a:endParaRPr>
          </a:p>
        </p:txBody>
      </p:sp>
      <p:sp>
        <p:nvSpPr>
          <p:cNvPr id="205" name="Google Shape;205;p12"/>
          <p:cNvSpPr txBox="1"/>
          <p:nvPr>
            <p:ph idx="1" type="body"/>
          </p:nvPr>
        </p:nvSpPr>
        <p:spPr>
          <a:xfrm>
            <a:off x="406400" y="1295400"/>
            <a:ext cx="11252200" cy="4729164"/>
          </a:xfrm>
          <a:prstGeom prst="rect">
            <a:avLst/>
          </a:prstGeom>
          <a:noFill/>
          <a:ln>
            <a:noFill/>
          </a:ln>
        </p:spPr>
        <p:txBody>
          <a:bodyPr anchorCtr="0" anchor="t" bIns="45700" lIns="91425" spcFirstLastPara="1" rIns="91425" wrap="square" tIns="45700">
            <a:noAutofit/>
          </a:bodyPr>
          <a:lstStyle/>
          <a:p>
            <a:pPr indent="-342882" lvl="0" marL="342882" marR="0" rtl="0" algn="l">
              <a:lnSpc>
                <a:spcPct val="100000"/>
              </a:lnSpc>
              <a:spcBef>
                <a:spcPts val="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It’s reasonable to maximize the sum of rewards</a:t>
            </a:r>
            <a:endParaRPr/>
          </a:p>
          <a:p>
            <a:pPr indent="-342882" lvl="0" marL="342882" marR="0" rtl="0" algn="l">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It’s also reasonable to prefer rewards now to rewards later</a:t>
            </a:r>
            <a:endParaRPr/>
          </a:p>
          <a:p>
            <a:pPr indent="-342882" lvl="0" marL="342882" marR="0" rtl="0" algn="l">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One solution: values of rewards decay exponentially</a:t>
            </a:r>
            <a:endParaRPr b="0" i="0" sz="2800" u="none" cap="none" strike="noStrike">
              <a:solidFill>
                <a:schemeClr val="accent2"/>
              </a:solidFill>
              <a:latin typeface="Calibri"/>
              <a:ea typeface="Calibri"/>
              <a:cs typeface="Calibri"/>
              <a:sym typeface="Calibri"/>
            </a:endParaRPr>
          </a:p>
        </p:txBody>
      </p:sp>
      <p:pic>
        <p:nvPicPr>
          <p:cNvPr descr="C:\Users\Dan\Dropbox\Office\CS 188\Ketrina Art\MDPs\Discounting.png" id="206" name="Google Shape;206;p12"/>
          <p:cNvPicPr preferRelativeResize="0"/>
          <p:nvPr/>
        </p:nvPicPr>
        <p:blipFill rotWithShape="1">
          <a:blip r:embed="rId3">
            <a:alphaModFix/>
          </a:blip>
          <a:srcRect b="0" l="73764" r="1568" t="76543"/>
          <a:stretch/>
        </p:blipFill>
        <p:spPr>
          <a:xfrm>
            <a:off x="8003286" y="3276600"/>
            <a:ext cx="2283714" cy="1447800"/>
          </a:xfrm>
          <a:prstGeom prst="rect">
            <a:avLst/>
          </a:prstGeom>
          <a:noFill/>
          <a:ln>
            <a:noFill/>
          </a:ln>
        </p:spPr>
      </p:pic>
      <p:pic>
        <p:nvPicPr>
          <p:cNvPr id="207" name="Google Shape;207;p12"/>
          <p:cNvPicPr preferRelativeResize="0"/>
          <p:nvPr/>
        </p:nvPicPr>
        <p:blipFill rotWithShape="1">
          <a:blip r:embed="rId4">
            <a:alphaModFix/>
          </a:blip>
          <a:srcRect b="0" l="0" r="0" t="0"/>
          <a:stretch/>
        </p:blipFill>
        <p:spPr>
          <a:xfrm>
            <a:off x="1447800" y="2822143"/>
            <a:ext cx="2283714" cy="1975713"/>
          </a:xfrm>
          <a:prstGeom prst="rect">
            <a:avLst/>
          </a:prstGeom>
          <a:noFill/>
          <a:ln>
            <a:noFill/>
          </a:ln>
        </p:spPr>
      </p:pic>
      <p:pic>
        <p:nvPicPr>
          <p:cNvPr descr="C:\Users\Dan\Dropbox\Office\CS 188\Ketrina Art\MDPs\Discounting.png" id="208" name="Google Shape;208;p12"/>
          <p:cNvPicPr preferRelativeResize="0"/>
          <p:nvPr/>
        </p:nvPicPr>
        <p:blipFill rotWithShape="1">
          <a:blip r:embed="rId3">
            <a:alphaModFix/>
          </a:blip>
          <a:srcRect b="35802" l="73764" r="1568" t="38272"/>
          <a:stretch/>
        </p:blipFill>
        <p:spPr>
          <a:xfrm>
            <a:off x="4802886" y="3048000"/>
            <a:ext cx="2283714" cy="1600200"/>
          </a:xfrm>
          <a:prstGeom prst="rect">
            <a:avLst/>
          </a:prstGeom>
          <a:noFill/>
          <a:ln>
            <a:noFill/>
          </a:ln>
        </p:spPr>
      </p:pic>
      <p:sp>
        <p:nvSpPr>
          <p:cNvPr id="209" name="Google Shape;209;p12"/>
          <p:cNvSpPr txBox="1"/>
          <p:nvPr/>
        </p:nvSpPr>
        <p:spPr>
          <a:xfrm>
            <a:off x="1447800" y="5410200"/>
            <a:ext cx="2057400" cy="46166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Worth Now</a:t>
            </a:r>
            <a:endParaRPr b="0" i="0" sz="2400" u="none" cap="none" strike="noStrike">
              <a:solidFill>
                <a:schemeClr val="dk1"/>
              </a:solidFill>
              <a:latin typeface="Calibri"/>
              <a:ea typeface="Calibri"/>
              <a:cs typeface="Calibri"/>
              <a:sym typeface="Calibri"/>
            </a:endParaRPr>
          </a:p>
        </p:txBody>
      </p:sp>
      <p:sp>
        <p:nvSpPr>
          <p:cNvPr id="210" name="Google Shape;210;p12"/>
          <p:cNvSpPr txBox="1"/>
          <p:nvPr/>
        </p:nvSpPr>
        <p:spPr>
          <a:xfrm>
            <a:off x="4648200" y="5410200"/>
            <a:ext cx="2438400" cy="46166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Worth Next Step</a:t>
            </a:r>
            <a:endParaRPr b="0" i="0" sz="2400" u="none" cap="none" strike="noStrike">
              <a:solidFill>
                <a:schemeClr val="dk1"/>
              </a:solidFill>
              <a:latin typeface="Calibri"/>
              <a:ea typeface="Calibri"/>
              <a:cs typeface="Calibri"/>
              <a:sym typeface="Calibri"/>
            </a:endParaRPr>
          </a:p>
        </p:txBody>
      </p:sp>
      <p:sp>
        <p:nvSpPr>
          <p:cNvPr id="211" name="Google Shape;211;p12"/>
          <p:cNvSpPr txBox="1"/>
          <p:nvPr/>
        </p:nvSpPr>
        <p:spPr>
          <a:xfrm>
            <a:off x="7772400" y="5410200"/>
            <a:ext cx="3048000" cy="46166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Worth In Two Steps</a:t>
            </a:r>
            <a:endParaRPr b="0" i="0" sz="2400" u="none" cap="none" strike="noStrike">
              <a:solidFill>
                <a:schemeClr val="dk1"/>
              </a:solidFill>
              <a:latin typeface="Calibri"/>
              <a:ea typeface="Calibri"/>
              <a:cs typeface="Calibri"/>
              <a:sym typeface="Calibri"/>
            </a:endParaRPr>
          </a:p>
        </p:txBody>
      </p:sp>
      <p:pic>
        <p:nvPicPr>
          <p:cNvPr descr="txp_fig" id="212" name="Google Shape;212;p12"/>
          <p:cNvPicPr preferRelativeResize="0"/>
          <p:nvPr/>
        </p:nvPicPr>
        <p:blipFill rotWithShape="1">
          <a:blip r:embed="rId5">
            <a:alphaModFix/>
          </a:blip>
          <a:srcRect b="0" l="0" r="0" t="0"/>
          <a:stretch/>
        </p:blipFill>
        <p:spPr>
          <a:xfrm>
            <a:off x="2362200" y="4752676"/>
            <a:ext cx="211138" cy="351897"/>
          </a:xfrm>
          <a:prstGeom prst="rect">
            <a:avLst/>
          </a:prstGeom>
          <a:noFill/>
          <a:ln>
            <a:noFill/>
          </a:ln>
        </p:spPr>
      </p:pic>
      <p:pic>
        <p:nvPicPr>
          <p:cNvPr descr="txp_fig" id="213" name="Google Shape;213;p12"/>
          <p:cNvPicPr preferRelativeResize="0"/>
          <p:nvPr/>
        </p:nvPicPr>
        <p:blipFill rotWithShape="1">
          <a:blip r:embed="rId6">
            <a:alphaModFix/>
          </a:blip>
          <a:srcRect b="0" l="0" r="0" t="0"/>
          <a:stretch/>
        </p:blipFill>
        <p:spPr>
          <a:xfrm>
            <a:off x="5791200" y="4853716"/>
            <a:ext cx="280688" cy="327002"/>
          </a:xfrm>
          <a:prstGeom prst="rect">
            <a:avLst/>
          </a:prstGeom>
          <a:noFill/>
          <a:ln>
            <a:noFill/>
          </a:ln>
        </p:spPr>
      </p:pic>
      <p:pic>
        <p:nvPicPr>
          <p:cNvPr descr="txp_fig" id="214" name="Google Shape;214;p12"/>
          <p:cNvPicPr preferRelativeResize="0"/>
          <p:nvPr/>
        </p:nvPicPr>
        <p:blipFill rotWithShape="1">
          <a:blip r:embed="rId7">
            <a:alphaModFix/>
          </a:blip>
          <a:srcRect b="0" l="0" r="0" t="0"/>
          <a:stretch/>
        </p:blipFill>
        <p:spPr>
          <a:xfrm>
            <a:off x="8915165" y="4648200"/>
            <a:ext cx="514651" cy="5609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3"/>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Discounting</a:t>
            </a:r>
            <a:endParaRPr/>
          </a:p>
        </p:txBody>
      </p:sp>
      <p:sp>
        <p:nvSpPr>
          <p:cNvPr id="221" name="Google Shape;221;p13"/>
          <p:cNvSpPr txBox="1"/>
          <p:nvPr>
            <p:ph idx="1" type="body"/>
          </p:nvPr>
        </p:nvSpPr>
        <p:spPr>
          <a:xfrm>
            <a:off x="533400" y="1524000"/>
            <a:ext cx="4648200" cy="4525963"/>
          </a:xfrm>
          <a:prstGeom prst="rect">
            <a:avLst/>
          </a:prstGeom>
          <a:noFill/>
          <a:ln>
            <a:noFill/>
          </a:ln>
        </p:spPr>
        <p:txBody>
          <a:bodyPr anchorCtr="0" anchor="t" bIns="45700" lIns="91425" spcFirstLastPara="1" rIns="91425" wrap="square" tIns="45700">
            <a:noAutofit/>
          </a:bodyPr>
          <a:lstStyle/>
          <a:p>
            <a:pPr indent="-342882" lvl="0" marL="342882" marR="0" rtl="0" algn="l">
              <a:lnSpc>
                <a:spcPct val="100000"/>
              </a:lnSpc>
              <a:spcBef>
                <a:spcPts val="0"/>
              </a:spcBef>
              <a:spcAft>
                <a:spcPts val="0"/>
              </a:spcAft>
              <a:buClr>
                <a:schemeClr val="accent2"/>
              </a:buClr>
              <a:buSzPts val="2400"/>
              <a:buFont typeface="Noto Sans Symbols"/>
              <a:buChar char="▪"/>
            </a:pPr>
            <a:r>
              <a:rPr b="0" i="0" lang="en-US" sz="2400" u="none" cap="none" strike="noStrike">
                <a:solidFill>
                  <a:schemeClr val="accent2"/>
                </a:solidFill>
                <a:latin typeface="Calibri"/>
                <a:ea typeface="Calibri"/>
                <a:cs typeface="Calibri"/>
                <a:sym typeface="Calibri"/>
              </a:rPr>
              <a:t>How to discount?</a:t>
            </a:r>
            <a:endParaRPr/>
          </a:p>
          <a:p>
            <a:pPr indent="-285736" lvl="1" marL="742913" marR="0" rtl="0" algn="l">
              <a:lnSpc>
                <a:spcPct val="10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Each time we descend a level, we multiply in the discount once</a:t>
            </a:r>
            <a:endParaRPr/>
          </a:p>
          <a:p>
            <a:pPr indent="-158736" lvl="1" marL="742913" marR="0" rtl="0" algn="l">
              <a:lnSpc>
                <a:spcPct val="100000"/>
              </a:lnSpc>
              <a:spcBef>
                <a:spcPts val="400"/>
              </a:spcBef>
              <a:spcAft>
                <a:spcPts val="0"/>
              </a:spcAft>
              <a:buClr>
                <a:schemeClr val="dk1"/>
              </a:buClr>
              <a:buSzPts val="2000"/>
              <a:buFont typeface="Noto Sans Symbols"/>
              <a:buNone/>
            </a:pPr>
            <a:r>
              <a:t/>
            </a:r>
            <a:endParaRPr b="0" i="0" sz="2000" u="none" cap="none" strike="noStrike">
              <a:solidFill>
                <a:schemeClr val="dk1"/>
              </a:solidFill>
              <a:latin typeface="Calibri"/>
              <a:ea typeface="Calibri"/>
              <a:cs typeface="Calibri"/>
              <a:sym typeface="Calibri"/>
            </a:endParaRPr>
          </a:p>
          <a:p>
            <a:pPr indent="-342882" lvl="0" marL="342882"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accent2"/>
                </a:solidFill>
                <a:latin typeface="Calibri"/>
                <a:ea typeface="Calibri"/>
                <a:cs typeface="Calibri"/>
                <a:sym typeface="Calibri"/>
              </a:rPr>
              <a:t>Why discount?</a:t>
            </a:r>
            <a:endParaRPr b="0" i="0" sz="2400" u="none" cap="none" strike="noStrike">
              <a:solidFill>
                <a:schemeClr val="accent2"/>
              </a:solidFill>
              <a:latin typeface="Calibri"/>
              <a:ea typeface="Calibri"/>
              <a:cs typeface="Calibri"/>
              <a:sym typeface="Calibri"/>
            </a:endParaRPr>
          </a:p>
          <a:p>
            <a:pPr indent="-285736" lvl="1" marL="742913" marR="0" rtl="0" algn="l">
              <a:lnSpc>
                <a:spcPct val="10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Sooner rewards probably do have higher utility than later rewards</a:t>
            </a:r>
            <a:endParaRPr/>
          </a:p>
          <a:p>
            <a:pPr indent="-285736" lvl="1" marL="742913" marR="0" rtl="0" algn="l">
              <a:lnSpc>
                <a:spcPct val="10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Also helps our algorithms converge</a:t>
            </a:r>
            <a:endParaRPr/>
          </a:p>
          <a:p>
            <a:pPr indent="-158736" lvl="1" marL="742913" marR="0" rtl="0" algn="l">
              <a:lnSpc>
                <a:spcPct val="100000"/>
              </a:lnSpc>
              <a:spcBef>
                <a:spcPts val="400"/>
              </a:spcBef>
              <a:spcAft>
                <a:spcPts val="0"/>
              </a:spcAft>
              <a:buClr>
                <a:schemeClr val="dk1"/>
              </a:buClr>
              <a:buSzPts val="2000"/>
              <a:buFont typeface="Noto Sans Symbols"/>
              <a:buNone/>
            </a:pPr>
            <a:r>
              <a:t/>
            </a:r>
            <a:endParaRPr b="0" i="0" sz="2000" u="none" cap="none" strike="noStrike">
              <a:solidFill>
                <a:schemeClr val="dk1"/>
              </a:solidFill>
              <a:latin typeface="Calibri"/>
              <a:ea typeface="Calibri"/>
              <a:cs typeface="Calibri"/>
              <a:sym typeface="Calibri"/>
            </a:endParaRPr>
          </a:p>
          <a:p>
            <a:pPr indent="-342882" lvl="0" marL="342882"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accent2"/>
                </a:solidFill>
                <a:latin typeface="Calibri"/>
                <a:ea typeface="Calibri"/>
                <a:cs typeface="Calibri"/>
                <a:sym typeface="Calibri"/>
              </a:rPr>
              <a:t>Example: discount of 0.5</a:t>
            </a:r>
            <a:endParaRPr/>
          </a:p>
          <a:p>
            <a:pPr indent="-285736" lvl="1" marL="742913" marR="0" rtl="0" algn="l">
              <a:lnSpc>
                <a:spcPct val="10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U([1,2,3]) = 1*1 + 0.5*2 + 0.25*3</a:t>
            </a:r>
            <a:endParaRPr/>
          </a:p>
          <a:p>
            <a:pPr indent="-285736" lvl="1" marL="742913" marR="0" rtl="0" algn="l">
              <a:lnSpc>
                <a:spcPct val="100000"/>
              </a:lnSpc>
              <a:spcBef>
                <a:spcPts val="40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U([1,2,3]) &lt; U([3,2,1])</a:t>
            </a:r>
            <a:endParaRPr/>
          </a:p>
        </p:txBody>
      </p:sp>
      <p:grpSp>
        <p:nvGrpSpPr>
          <p:cNvPr id="222" name="Google Shape;222;p13"/>
          <p:cNvGrpSpPr/>
          <p:nvPr/>
        </p:nvGrpSpPr>
        <p:grpSpPr>
          <a:xfrm>
            <a:off x="8304213" y="1371600"/>
            <a:ext cx="2135187" cy="4875213"/>
            <a:chOff x="4085" y="960"/>
            <a:chExt cx="1345" cy="3071"/>
          </a:xfrm>
        </p:grpSpPr>
        <p:grpSp>
          <p:nvGrpSpPr>
            <p:cNvPr id="223" name="Google Shape;223;p13"/>
            <p:cNvGrpSpPr/>
            <p:nvPr/>
          </p:nvGrpSpPr>
          <p:grpSpPr>
            <a:xfrm>
              <a:off x="4085" y="960"/>
              <a:ext cx="1291" cy="1202"/>
              <a:chOff x="2400" y="1401"/>
              <a:chExt cx="1392" cy="1296"/>
            </a:xfrm>
          </p:grpSpPr>
          <p:sp>
            <p:nvSpPr>
              <p:cNvPr id="224" name="Google Shape;224;p13"/>
              <p:cNvSpPr/>
              <p:nvPr/>
            </p:nvSpPr>
            <p:spPr>
              <a:xfrm>
                <a:off x="3070" y="1488"/>
                <a:ext cx="155" cy="124"/>
              </a:xfrm>
              <a:prstGeom prst="triangle">
                <a:avLst>
                  <a:gd fmla="val 50000" name="adj"/>
                </a:avLst>
              </a:prstGeom>
              <a:solidFill>
                <a:srgbClr val="00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25" name="Google Shape;225;p13"/>
              <p:cNvGrpSpPr/>
              <p:nvPr/>
            </p:nvGrpSpPr>
            <p:grpSpPr>
              <a:xfrm>
                <a:off x="2529" y="1617"/>
                <a:ext cx="1263" cy="361"/>
                <a:chOff x="1584" y="1680"/>
                <a:chExt cx="2352" cy="336"/>
              </a:xfrm>
            </p:grpSpPr>
            <p:cxnSp>
              <p:nvCxnSpPr>
                <p:cNvPr id="226" name="Google Shape;226;p13"/>
                <p:cNvCxnSpPr/>
                <p:nvPr/>
              </p:nvCxnSpPr>
              <p:spPr>
                <a:xfrm flipH="1">
                  <a:off x="1584" y="1680"/>
                  <a:ext cx="1152" cy="336"/>
                </a:xfrm>
                <a:prstGeom prst="straightConnector1">
                  <a:avLst/>
                </a:prstGeom>
                <a:noFill/>
                <a:ln cap="flat" cmpd="sng" w="9525">
                  <a:solidFill>
                    <a:schemeClr val="dk1"/>
                  </a:solidFill>
                  <a:prstDash val="dash"/>
                  <a:round/>
                  <a:headEnd len="sm" w="sm" type="none"/>
                  <a:tailEnd len="med" w="med" type="triangle"/>
                </a:ln>
              </p:spPr>
            </p:cxnSp>
            <p:cxnSp>
              <p:nvCxnSpPr>
                <p:cNvPr id="227" name="Google Shape;227;p13"/>
                <p:cNvCxnSpPr/>
                <p:nvPr/>
              </p:nvCxnSpPr>
              <p:spPr>
                <a:xfrm>
                  <a:off x="2736" y="1680"/>
                  <a:ext cx="1200" cy="288"/>
                </a:xfrm>
                <a:prstGeom prst="straightConnector1">
                  <a:avLst/>
                </a:prstGeom>
                <a:noFill/>
                <a:ln cap="flat" cmpd="sng" w="9525">
                  <a:solidFill>
                    <a:schemeClr val="dk1"/>
                  </a:solidFill>
                  <a:prstDash val="dash"/>
                  <a:round/>
                  <a:headEnd len="sm" w="sm" type="none"/>
                  <a:tailEnd len="med" w="med" type="triangle"/>
                </a:ln>
              </p:spPr>
            </p:cxnSp>
            <p:cxnSp>
              <p:nvCxnSpPr>
                <p:cNvPr id="228" name="Google Shape;228;p13"/>
                <p:cNvCxnSpPr/>
                <p:nvPr/>
              </p:nvCxnSpPr>
              <p:spPr>
                <a:xfrm flipH="1">
                  <a:off x="2304" y="1680"/>
                  <a:ext cx="432" cy="336"/>
                </a:xfrm>
                <a:prstGeom prst="straightConnector1">
                  <a:avLst/>
                </a:prstGeom>
                <a:noFill/>
                <a:ln cap="flat" cmpd="sng" w="28575">
                  <a:solidFill>
                    <a:schemeClr val="dk1"/>
                  </a:solidFill>
                  <a:prstDash val="solid"/>
                  <a:round/>
                  <a:headEnd len="sm" w="sm" type="none"/>
                  <a:tailEnd len="med" w="med" type="triangle"/>
                </a:ln>
              </p:spPr>
            </p:cxnSp>
            <p:cxnSp>
              <p:nvCxnSpPr>
                <p:cNvPr id="229" name="Google Shape;229;p13"/>
                <p:cNvCxnSpPr/>
                <p:nvPr/>
              </p:nvCxnSpPr>
              <p:spPr>
                <a:xfrm>
                  <a:off x="2736" y="1680"/>
                  <a:ext cx="432" cy="288"/>
                </a:xfrm>
                <a:prstGeom prst="straightConnector1">
                  <a:avLst/>
                </a:prstGeom>
                <a:noFill/>
                <a:ln cap="flat" cmpd="sng" w="9525">
                  <a:solidFill>
                    <a:schemeClr val="dk1"/>
                  </a:solidFill>
                  <a:prstDash val="dash"/>
                  <a:round/>
                  <a:headEnd len="sm" w="sm" type="none"/>
                  <a:tailEnd len="med" w="med" type="triangle"/>
                </a:ln>
              </p:spPr>
            </p:cxnSp>
          </p:grpSp>
          <p:sp>
            <p:nvSpPr>
              <p:cNvPr id="230" name="Google Shape;230;p13"/>
              <p:cNvSpPr/>
              <p:nvPr/>
            </p:nvSpPr>
            <p:spPr>
              <a:xfrm>
                <a:off x="2864" y="1978"/>
                <a:ext cx="129" cy="129"/>
              </a:xfrm>
              <a:prstGeom prst="ellipse">
                <a:avLst/>
              </a:prstGeom>
              <a:solidFill>
                <a:srgbClr val="008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31" name="Google Shape;231;p13"/>
              <p:cNvGrpSpPr/>
              <p:nvPr/>
            </p:nvGrpSpPr>
            <p:grpSpPr>
              <a:xfrm>
                <a:off x="2400" y="2107"/>
                <a:ext cx="1057" cy="386"/>
                <a:chOff x="1536" y="2400"/>
                <a:chExt cx="1584" cy="624"/>
              </a:xfrm>
            </p:grpSpPr>
            <p:cxnSp>
              <p:nvCxnSpPr>
                <p:cNvPr id="232" name="Google Shape;232;p13"/>
                <p:cNvCxnSpPr/>
                <p:nvPr/>
              </p:nvCxnSpPr>
              <p:spPr>
                <a:xfrm flipH="1">
                  <a:off x="1536" y="2400"/>
                  <a:ext cx="776" cy="624"/>
                </a:xfrm>
                <a:prstGeom prst="straightConnector1">
                  <a:avLst/>
                </a:prstGeom>
                <a:noFill/>
                <a:ln cap="flat" cmpd="sng" w="9525">
                  <a:solidFill>
                    <a:schemeClr val="dk1"/>
                  </a:solidFill>
                  <a:prstDash val="dash"/>
                  <a:round/>
                  <a:headEnd len="sm" w="sm" type="none"/>
                  <a:tailEnd len="med" w="med" type="triangle"/>
                </a:ln>
              </p:spPr>
            </p:cxnSp>
            <p:cxnSp>
              <p:nvCxnSpPr>
                <p:cNvPr id="233" name="Google Shape;233;p13"/>
                <p:cNvCxnSpPr/>
                <p:nvPr/>
              </p:nvCxnSpPr>
              <p:spPr>
                <a:xfrm>
                  <a:off x="2312" y="2400"/>
                  <a:ext cx="808" cy="624"/>
                </a:xfrm>
                <a:prstGeom prst="straightConnector1">
                  <a:avLst/>
                </a:prstGeom>
                <a:noFill/>
                <a:ln cap="flat" cmpd="sng" w="9525">
                  <a:solidFill>
                    <a:schemeClr val="dk1"/>
                  </a:solidFill>
                  <a:prstDash val="dash"/>
                  <a:round/>
                  <a:headEnd len="sm" w="sm" type="none"/>
                  <a:tailEnd len="med" w="med" type="triangle"/>
                </a:ln>
              </p:spPr>
            </p:cxnSp>
            <p:cxnSp>
              <p:nvCxnSpPr>
                <p:cNvPr id="234" name="Google Shape;234;p13"/>
                <p:cNvCxnSpPr/>
                <p:nvPr/>
              </p:nvCxnSpPr>
              <p:spPr>
                <a:xfrm flipH="1">
                  <a:off x="2021" y="2400"/>
                  <a:ext cx="291" cy="624"/>
                </a:xfrm>
                <a:prstGeom prst="straightConnector1">
                  <a:avLst/>
                </a:prstGeom>
                <a:noFill/>
                <a:ln cap="flat" cmpd="sng" w="9525">
                  <a:solidFill>
                    <a:schemeClr val="lt1"/>
                  </a:solidFill>
                  <a:prstDash val="dash"/>
                  <a:round/>
                  <a:headEnd len="sm" w="sm" type="none"/>
                  <a:tailEnd len="med" w="med" type="triangle"/>
                </a:ln>
              </p:spPr>
            </p:cxnSp>
            <p:cxnSp>
              <p:nvCxnSpPr>
                <p:cNvPr id="235" name="Google Shape;235;p13"/>
                <p:cNvCxnSpPr/>
                <p:nvPr/>
              </p:nvCxnSpPr>
              <p:spPr>
                <a:xfrm>
                  <a:off x="2312" y="2400"/>
                  <a:ext cx="280" cy="624"/>
                </a:xfrm>
                <a:prstGeom prst="straightConnector1">
                  <a:avLst/>
                </a:prstGeom>
                <a:noFill/>
                <a:ln cap="flat" cmpd="sng" w="28575">
                  <a:solidFill>
                    <a:srgbClr val="C00000"/>
                  </a:solidFill>
                  <a:prstDash val="solid"/>
                  <a:round/>
                  <a:headEnd len="sm" w="sm" type="none"/>
                  <a:tailEnd len="med" w="med" type="triangle"/>
                </a:ln>
              </p:spPr>
            </p:cxnSp>
          </p:grpSp>
          <p:sp>
            <p:nvSpPr>
              <p:cNvPr id="236" name="Google Shape;236;p13"/>
              <p:cNvSpPr txBox="1"/>
              <p:nvPr/>
            </p:nvSpPr>
            <p:spPr>
              <a:xfrm>
                <a:off x="3024" y="1680"/>
                <a:ext cx="129"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7" name="Google Shape;237;p13"/>
              <p:cNvSpPr txBox="1"/>
              <p:nvPr/>
            </p:nvSpPr>
            <p:spPr>
              <a:xfrm>
                <a:off x="3216" y="1401"/>
                <a:ext cx="129"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C0000"/>
                  </a:solidFill>
                  <a:latin typeface="Arial"/>
                  <a:ea typeface="Arial"/>
                  <a:cs typeface="Arial"/>
                  <a:sym typeface="Arial"/>
                </a:endParaRPr>
              </a:p>
            </p:txBody>
          </p:sp>
          <p:sp>
            <p:nvSpPr>
              <p:cNvPr id="238" name="Google Shape;238;p13"/>
              <p:cNvSpPr txBox="1"/>
              <p:nvPr/>
            </p:nvSpPr>
            <p:spPr>
              <a:xfrm>
                <a:off x="2976" y="1920"/>
                <a:ext cx="559"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33FF"/>
                  </a:solidFill>
                  <a:latin typeface="Arial"/>
                  <a:ea typeface="Arial"/>
                  <a:cs typeface="Arial"/>
                  <a:sym typeface="Arial"/>
                </a:endParaRPr>
              </a:p>
            </p:txBody>
          </p:sp>
          <p:sp>
            <p:nvSpPr>
              <p:cNvPr id="239" name="Google Shape;239;p13"/>
              <p:cNvSpPr txBox="1"/>
              <p:nvPr/>
            </p:nvSpPr>
            <p:spPr>
              <a:xfrm>
                <a:off x="2616" y="2261"/>
                <a:ext cx="504"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0" name="Google Shape;240;p13"/>
              <p:cNvSpPr/>
              <p:nvPr/>
            </p:nvSpPr>
            <p:spPr>
              <a:xfrm>
                <a:off x="3019" y="2499"/>
                <a:ext cx="154" cy="123"/>
              </a:xfrm>
              <a:prstGeom prst="triangle">
                <a:avLst>
                  <a:gd fmla="val 50000" name="adj"/>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1" name="Google Shape;241;p13"/>
              <p:cNvSpPr txBox="1"/>
              <p:nvPr/>
            </p:nvSpPr>
            <p:spPr>
              <a:xfrm>
                <a:off x="3173" y="2448"/>
                <a:ext cx="235" cy="249"/>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rgbClr val="CC0000"/>
                  </a:solidFill>
                  <a:latin typeface="Arial"/>
                  <a:ea typeface="Arial"/>
                  <a:cs typeface="Arial"/>
                  <a:sym typeface="Arial"/>
                </a:endParaRPr>
              </a:p>
            </p:txBody>
          </p:sp>
        </p:grpSp>
        <p:grpSp>
          <p:nvGrpSpPr>
            <p:cNvPr id="242" name="Google Shape;242;p13"/>
            <p:cNvGrpSpPr/>
            <p:nvPr/>
          </p:nvGrpSpPr>
          <p:grpSpPr>
            <a:xfrm flipH="1">
              <a:off x="4128" y="1895"/>
              <a:ext cx="1302" cy="1201"/>
              <a:chOff x="2400" y="1401"/>
              <a:chExt cx="1392" cy="1296"/>
            </a:xfrm>
          </p:grpSpPr>
          <p:sp>
            <p:nvSpPr>
              <p:cNvPr id="243" name="Google Shape;243;p13"/>
              <p:cNvSpPr/>
              <p:nvPr/>
            </p:nvSpPr>
            <p:spPr>
              <a:xfrm>
                <a:off x="3070" y="1488"/>
                <a:ext cx="155" cy="124"/>
              </a:xfrm>
              <a:prstGeom prst="triangle">
                <a:avLst>
                  <a:gd fmla="val 50000" name="adj"/>
                </a:avLst>
              </a:prstGeom>
              <a:solidFill>
                <a:srgbClr val="00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44" name="Google Shape;244;p13"/>
              <p:cNvGrpSpPr/>
              <p:nvPr/>
            </p:nvGrpSpPr>
            <p:grpSpPr>
              <a:xfrm>
                <a:off x="2529" y="1617"/>
                <a:ext cx="1263" cy="361"/>
                <a:chOff x="1584" y="1680"/>
                <a:chExt cx="2352" cy="336"/>
              </a:xfrm>
            </p:grpSpPr>
            <p:cxnSp>
              <p:nvCxnSpPr>
                <p:cNvPr id="245" name="Google Shape;245;p13"/>
                <p:cNvCxnSpPr/>
                <p:nvPr/>
              </p:nvCxnSpPr>
              <p:spPr>
                <a:xfrm flipH="1">
                  <a:off x="1584" y="1680"/>
                  <a:ext cx="1152" cy="336"/>
                </a:xfrm>
                <a:prstGeom prst="straightConnector1">
                  <a:avLst/>
                </a:prstGeom>
                <a:noFill/>
                <a:ln cap="flat" cmpd="sng" w="9525">
                  <a:solidFill>
                    <a:schemeClr val="dk1"/>
                  </a:solidFill>
                  <a:prstDash val="dash"/>
                  <a:round/>
                  <a:headEnd len="sm" w="sm" type="none"/>
                  <a:tailEnd len="med" w="med" type="triangle"/>
                </a:ln>
              </p:spPr>
            </p:cxnSp>
            <p:cxnSp>
              <p:nvCxnSpPr>
                <p:cNvPr id="246" name="Google Shape;246;p13"/>
                <p:cNvCxnSpPr/>
                <p:nvPr/>
              </p:nvCxnSpPr>
              <p:spPr>
                <a:xfrm>
                  <a:off x="2736" y="1680"/>
                  <a:ext cx="1200" cy="288"/>
                </a:xfrm>
                <a:prstGeom prst="straightConnector1">
                  <a:avLst/>
                </a:prstGeom>
                <a:noFill/>
                <a:ln cap="flat" cmpd="sng" w="9525">
                  <a:solidFill>
                    <a:schemeClr val="dk1"/>
                  </a:solidFill>
                  <a:prstDash val="dash"/>
                  <a:round/>
                  <a:headEnd len="sm" w="sm" type="none"/>
                  <a:tailEnd len="med" w="med" type="triangle"/>
                </a:ln>
              </p:spPr>
            </p:cxnSp>
            <p:cxnSp>
              <p:nvCxnSpPr>
                <p:cNvPr id="247" name="Google Shape;247;p13"/>
                <p:cNvCxnSpPr/>
                <p:nvPr/>
              </p:nvCxnSpPr>
              <p:spPr>
                <a:xfrm flipH="1">
                  <a:off x="2304" y="1680"/>
                  <a:ext cx="432" cy="336"/>
                </a:xfrm>
                <a:prstGeom prst="straightConnector1">
                  <a:avLst/>
                </a:prstGeom>
                <a:noFill/>
                <a:ln cap="flat" cmpd="sng" w="28575">
                  <a:solidFill>
                    <a:schemeClr val="dk1"/>
                  </a:solidFill>
                  <a:prstDash val="solid"/>
                  <a:round/>
                  <a:headEnd len="sm" w="sm" type="none"/>
                  <a:tailEnd len="med" w="med" type="triangle"/>
                </a:ln>
              </p:spPr>
            </p:cxnSp>
            <p:cxnSp>
              <p:nvCxnSpPr>
                <p:cNvPr id="248" name="Google Shape;248;p13"/>
                <p:cNvCxnSpPr/>
                <p:nvPr/>
              </p:nvCxnSpPr>
              <p:spPr>
                <a:xfrm>
                  <a:off x="2736" y="1680"/>
                  <a:ext cx="432" cy="288"/>
                </a:xfrm>
                <a:prstGeom prst="straightConnector1">
                  <a:avLst/>
                </a:prstGeom>
                <a:noFill/>
                <a:ln cap="flat" cmpd="sng" w="9525">
                  <a:solidFill>
                    <a:schemeClr val="dk1"/>
                  </a:solidFill>
                  <a:prstDash val="dash"/>
                  <a:round/>
                  <a:headEnd len="sm" w="sm" type="none"/>
                  <a:tailEnd len="med" w="med" type="triangle"/>
                </a:ln>
              </p:spPr>
            </p:cxnSp>
          </p:grpSp>
          <p:sp>
            <p:nvSpPr>
              <p:cNvPr id="249" name="Google Shape;249;p13"/>
              <p:cNvSpPr/>
              <p:nvPr/>
            </p:nvSpPr>
            <p:spPr>
              <a:xfrm>
                <a:off x="2864" y="1978"/>
                <a:ext cx="129" cy="129"/>
              </a:xfrm>
              <a:prstGeom prst="ellipse">
                <a:avLst/>
              </a:prstGeom>
              <a:solidFill>
                <a:srgbClr val="008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50" name="Google Shape;250;p13"/>
              <p:cNvGrpSpPr/>
              <p:nvPr/>
            </p:nvGrpSpPr>
            <p:grpSpPr>
              <a:xfrm>
                <a:off x="2400" y="2107"/>
                <a:ext cx="1057" cy="386"/>
                <a:chOff x="1536" y="2400"/>
                <a:chExt cx="1584" cy="624"/>
              </a:xfrm>
            </p:grpSpPr>
            <p:cxnSp>
              <p:nvCxnSpPr>
                <p:cNvPr id="251" name="Google Shape;251;p13"/>
                <p:cNvCxnSpPr/>
                <p:nvPr/>
              </p:nvCxnSpPr>
              <p:spPr>
                <a:xfrm flipH="1">
                  <a:off x="1536" y="2400"/>
                  <a:ext cx="776" cy="624"/>
                </a:xfrm>
                <a:prstGeom prst="straightConnector1">
                  <a:avLst/>
                </a:prstGeom>
                <a:noFill/>
                <a:ln cap="flat" cmpd="sng" w="9525">
                  <a:solidFill>
                    <a:schemeClr val="dk1"/>
                  </a:solidFill>
                  <a:prstDash val="dash"/>
                  <a:round/>
                  <a:headEnd len="sm" w="sm" type="none"/>
                  <a:tailEnd len="med" w="med" type="triangle"/>
                </a:ln>
              </p:spPr>
            </p:cxnSp>
            <p:cxnSp>
              <p:nvCxnSpPr>
                <p:cNvPr id="252" name="Google Shape;252;p13"/>
                <p:cNvCxnSpPr/>
                <p:nvPr/>
              </p:nvCxnSpPr>
              <p:spPr>
                <a:xfrm>
                  <a:off x="2312" y="2400"/>
                  <a:ext cx="808" cy="624"/>
                </a:xfrm>
                <a:prstGeom prst="straightConnector1">
                  <a:avLst/>
                </a:prstGeom>
                <a:noFill/>
                <a:ln cap="flat" cmpd="sng" w="9525">
                  <a:solidFill>
                    <a:schemeClr val="dk1"/>
                  </a:solidFill>
                  <a:prstDash val="dash"/>
                  <a:round/>
                  <a:headEnd len="sm" w="sm" type="none"/>
                  <a:tailEnd len="med" w="med" type="triangle"/>
                </a:ln>
              </p:spPr>
            </p:cxnSp>
            <p:cxnSp>
              <p:nvCxnSpPr>
                <p:cNvPr id="253" name="Google Shape;253;p13"/>
                <p:cNvCxnSpPr/>
                <p:nvPr/>
              </p:nvCxnSpPr>
              <p:spPr>
                <a:xfrm flipH="1">
                  <a:off x="2021" y="2400"/>
                  <a:ext cx="291" cy="624"/>
                </a:xfrm>
                <a:prstGeom prst="straightConnector1">
                  <a:avLst/>
                </a:prstGeom>
                <a:noFill/>
                <a:ln cap="flat" cmpd="sng" w="9525">
                  <a:solidFill>
                    <a:schemeClr val="lt1"/>
                  </a:solidFill>
                  <a:prstDash val="dash"/>
                  <a:round/>
                  <a:headEnd len="sm" w="sm" type="none"/>
                  <a:tailEnd len="med" w="med" type="triangle"/>
                </a:ln>
              </p:spPr>
            </p:cxnSp>
            <p:cxnSp>
              <p:nvCxnSpPr>
                <p:cNvPr id="254" name="Google Shape;254;p13"/>
                <p:cNvCxnSpPr/>
                <p:nvPr/>
              </p:nvCxnSpPr>
              <p:spPr>
                <a:xfrm>
                  <a:off x="2312" y="2400"/>
                  <a:ext cx="280" cy="624"/>
                </a:xfrm>
                <a:prstGeom prst="straightConnector1">
                  <a:avLst/>
                </a:prstGeom>
                <a:noFill/>
                <a:ln cap="flat" cmpd="sng" w="28575">
                  <a:solidFill>
                    <a:srgbClr val="C00000"/>
                  </a:solidFill>
                  <a:prstDash val="solid"/>
                  <a:round/>
                  <a:headEnd len="sm" w="sm" type="none"/>
                  <a:tailEnd len="med" w="med" type="triangle"/>
                </a:ln>
              </p:spPr>
            </p:cxnSp>
          </p:grpSp>
          <p:sp>
            <p:nvSpPr>
              <p:cNvPr id="255" name="Google Shape;255;p13"/>
              <p:cNvSpPr txBox="1"/>
              <p:nvPr/>
            </p:nvSpPr>
            <p:spPr>
              <a:xfrm>
                <a:off x="3024" y="1680"/>
                <a:ext cx="129" cy="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6" name="Google Shape;256;p13"/>
              <p:cNvSpPr txBox="1"/>
              <p:nvPr/>
            </p:nvSpPr>
            <p:spPr>
              <a:xfrm>
                <a:off x="3216" y="1401"/>
                <a:ext cx="129"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C0000"/>
                  </a:solidFill>
                  <a:latin typeface="Arial"/>
                  <a:ea typeface="Arial"/>
                  <a:cs typeface="Arial"/>
                  <a:sym typeface="Arial"/>
                </a:endParaRPr>
              </a:p>
            </p:txBody>
          </p:sp>
          <p:sp>
            <p:nvSpPr>
              <p:cNvPr id="257" name="Google Shape;257;p13"/>
              <p:cNvSpPr txBox="1"/>
              <p:nvPr/>
            </p:nvSpPr>
            <p:spPr>
              <a:xfrm>
                <a:off x="2976" y="1920"/>
                <a:ext cx="559"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33FF"/>
                  </a:solidFill>
                  <a:latin typeface="Arial"/>
                  <a:ea typeface="Arial"/>
                  <a:cs typeface="Arial"/>
                  <a:sym typeface="Arial"/>
                </a:endParaRPr>
              </a:p>
            </p:txBody>
          </p:sp>
          <p:sp>
            <p:nvSpPr>
              <p:cNvPr id="258" name="Google Shape;258;p13"/>
              <p:cNvSpPr txBox="1"/>
              <p:nvPr/>
            </p:nvSpPr>
            <p:spPr>
              <a:xfrm>
                <a:off x="2616" y="2261"/>
                <a:ext cx="504"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9" name="Google Shape;259;p13"/>
              <p:cNvSpPr/>
              <p:nvPr/>
            </p:nvSpPr>
            <p:spPr>
              <a:xfrm>
                <a:off x="3019" y="2499"/>
                <a:ext cx="154" cy="123"/>
              </a:xfrm>
              <a:prstGeom prst="triangle">
                <a:avLst>
                  <a:gd fmla="val 50000" name="adj"/>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0" name="Google Shape;260;p13"/>
              <p:cNvSpPr txBox="1"/>
              <p:nvPr/>
            </p:nvSpPr>
            <p:spPr>
              <a:xfrm>
                <a:off x="3173" y="2448"/>
                <a:ext cx="235" cy="249"/>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rgbClr val="CC0000"/>
                  </a:solidFill>
                  <a:latin typeface="Arial"/>
                  <a:ea typeface="Arial"/>
                  <a:cs typeface="Arial"/>
                  <a:sym typeface="Arial"/>
                </a:endParaRPr>
              </a:p>
            </p:txBody>
          </p:sp>
        </p:grpSp>
        <p:grpSp>
          <p:nvGrpSpPr>
            <p:cNvPr id="261" name="Google Shape;261;p13"/>
            <p:cNvGrpSpPr/>
            <p:nvPr/>
          </p:nvGrpSpPr>
          <p:grpSpPr>
            <a:xfrm>
              <a:off x="4085" y="2829"/>
              <a:ext cx="1291" cy="1202"/>
              <a:chOff x="2400" y="1401"/>
              <a:chExt cx="1392" cy="1296"/>
            </a:xfrm>
          </p:grpSpPr>
          <p:sp>
            <p:nvSpPr>
              <p:cNvPr id="262" name="Google Shape;262;p13"/>
              <p:cNvSpPr/>
              <p:nvPr/>
            </p:nvSpPr>
            <p:spPr>
              <a:xfrm>
                <a:off x="3070" y="1488"/>
                <a:ext cx="155" cy="124"/>
              </a:xfrm>
              <a:prstGeom prst="triangle">
                <a:avLst>
                  <a:gd fmla="val 50000" name="adj"/>
                </a:avLst>
              </a:prstGeom>
              <a:solidFill>
                <a:srgbClr val="00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63" name="Google Shape;263;p13"/>
              <p:cNvGrpSpPr/>
              <p:nvPr/>
            </p:nvGrpSpPr>
            <p:grpSpPr>
              <a:xfrm>
                <a:off x="2529" y="1617"/>
                <a:ext cx="1263" cy="361"/>
                <a:chOff x="1584" y="1680"/>
                <a:chExt cx="2352" cy="336"/>
              </a:xfrm>
            </p:grpSpPr>
            <p:cxnSp>
              <p:nvCxnSpPr>
                <p:cNvPr id="264" name="Google Shape;264;p13"/>
                <p:cNvCxnSpPr/>
                <p:nvPr/>
              </p:nvCxnSpPr>
              <p:spPr>
                <a:xfrm flipH="1">
                  <a:off x="1584" y="1680"/>
                  <a:ext cx="1152" cy="336"/>
                </a:xfrm>
                <a:prstGeom prst="straightConnector1">
                  <a:avLst/>
                </a:prstGeom>
                <a:noFill/>
                <a:ln cap="flat" cmpd="sng" w="9525">
                  <a:solidFill>
                    <a:schemeClr val="dk1"/>
                  </a:solidFill>
                  <a:prstDash val="dash"/>
                  <a:round/>
                  <a:headEnd len="sm" w="sm" type="none"/>
                  <a:tailEnd len="med" w="med" type="triangle"/>
                </a:ln>
              </p:spPr>
            </p:cxnSp>
            <p:cxnSp>
              <p:nvCxnSpPr>
                <p:cNvPr id="265" name="Google Shape;265;p13"/>
                <p:cNvCxnSpPr/>
                <p:nvPr/>
              </p:nvCxnSpPr>
              <p:spPr>
                <a:xfrm>
                  <a:off x="2736" y="1680"/>
                  <a:ext cx="1200" cy="288"/>
                </a:xfrm>
                <a:prstGeom prst="straightConnector1">
                  <a:avLst/>
                </a:prstGeom>
                <a:noFill/>
                <a:ln cap="flat" cmpd="sng" w="9525">
                  <a:solidFill>
                    <a:schemeClr val="dk1"/>
                  </a:solidFill>
                  <a:prstDash val="dash"/>
                  <a:round/>
                  <a:headEnd len="sm" w="sm" type="none"/>
                  <a:tailEnd len="med" w="med" type="triangle"/>
                </a:ln>
              </p:spPr>
            </p:cxnSp>
            <p:cxnSp>
              <p:nvCxnSpPr>
                <p:cNvPr id="266" name="Google Shape;266;p13"/>
                <p:cNvCxnSpPr/>
                <p:nvPr/>
              </p:nvCxnSpPr>
              <p:spPr>
                <a:xfrm flipH="1">
                  <a:off x="2304" y="1680"/>
                  <a:ext cx="432" cy="336"/>
                </a:xfrm>
                <a:prstGeom prst="straightConnector1">
                  <a:avLst/>
                </a:prstGeom>
                <a:noFill/>
                <a:ln cap="flat" cmpd="sng" w="28575">
                  <a:solidFill>
                    <a:schemeClr val="dk1"/>
                  </a:solidFill>
                  <a:prstDash val="solid"/>
                  <a:round/>
                  <a:headEnd len="sm" w="sm" type="none"/>
                  <a:tailEnd len="med" w="med" type="triangle"/>
                </a:ln>
              </p:spPr>
            </p:cxnSp>
            <p:cxnSp>
              <p:nvCxnSpPr>
                <p:cNvPr id="267" name="Google Shape;267;p13"/>
                <p:cNvCxnSpPr/>
                <p:nvPr/>
              </p:nvCxnSpPr>
              <p:spPr>
                <a:xfrm>
                  <a:off x="2736" y="1680"/>
                  <a:ext cx="432" cy="288"/>
                </a:xfrm>
                <a:prstGeom prst="straightConnector1">
                  <a:avLst/>
                </a:prstGeom>
                <a:noFill/>
                <a:ln cap="flat" cmpd="sng" w="9525">
                  <a:solidFill>
                    <a:schemeClr val="dk1"/>
                  </a:solidFill>
                  <a:prstDash val="dash"/>
                  <a:round/>
                  <a:headEnd len="sm" w="sm" type="none"/>
                  <a:tailEnd len="med" w="med" type="triangle"/>
                </a:ln>
              </p:spPr>
            </p:cxnSp>
          </p:grpSp>
          <p:sp>
            <p:nvSpPr>
              <p:cNvPr id="268" name="Google Shape;268;p13"/>
              <p:cNvSpPr/>
              <p:nvPr/>
            </p:nvSpPr>
            <p:spPr>
              <a:xfrm>
                <a:off x="2864" y="1978"/>
                <a:ext cx="129" cy="129"/>
              </a:xfrm>
              <a:prstGeom prst="ellipse">
                <a:avLst/>
              </a:prstGeom>
              <a:solidFill>
                <a:srgbClr val="008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69" name="Google Shape;269;p13"/>
              <p:cNvGrpSpPr/>
              <p:nvPr/>
            </p:nvGrpSpPr>
            <p:grpSpPr>
              <a:xfrm>
                <a:off x="2400" y="2107"/>
                <a:ext cx="1057" cy="386"/>
                <a:chOff x="1536" y="2400"/>
                <a:chExt cx="1584" cy="624"/>
              </a:xfrm>
            </p:grpSpPr>
            <p:cxnSp>
              <p:nvCxnSpPr>
                <p:cNvPr id="270" name="Google Shape;270;p13"/>
                <p:cNvCxnSpPr/>
                <p:nvPr/>
              </p:nvCxnSpPr>
              <p:spPr>
                <a:xfrm flipH="1">
                  <a:off x="1536" y="2400"/>
                  <a:ext cx="776" cy="624"/>
                </a:xfrm>
                <a:prstGeom prst="straightConnector1">
                  <a:avLst/>
                </a:prstGeom>
                <a:noFill/>
                <a:ln cap="flat" cmpd="sng" w="9525">
                  <a:solidFill>
                    <a:schemeClr val="dk1"/>
                  </a:solidFill>
                  <a:prstDash val="dash"/>
                  <a:round/>
                  <a:headEnd len="sm" w="sm" type="none"/>
                  <a:tailEnd len="med" w="med" type="triangle"/>
                </a:ln>
              </p:spPr>
            </p:cxnSp>
            <p:cxnSp>
              <p:nvCxnSpPr>
                <p:cNvPr id="271" name="Google Shape;271;p13"/>
                <p:cNvCxnSpPr/>
                <p:nvPr/>
              </p:nvCxnSpPr>
              <p:spPr>
                <a:xfrm>
                  <a:off x="2312" y="2400"/>
                  <a:ext cx="808" cy="624"/>
                </a:xfrm>
                <a:prstGeom prst="straightConnector1">
                  <a:avLst/>
                </a:prstGeom>
                <a:noFill/>
                <a:ln cap="flat" cmpd="sng" w="9525">
                  <a:solidFill>
                    <a:schemeClr val="dk1"/>
                  </a:solidFill>
                  <a:prstDash val="dash"/>
                  <a:round/>
                  <a:headEnd len="sm" w="sm" type="none"/>
                  <a:tailEnd len="med" w="med" type="triangle"/>
                </a:ln>
              </p:spPr>
            </p:cxnSp>
            <p:cxnSp>
              <p:nvCxnSpPr>
                <p:cNvPr id="272" name="Google Shape;272;p13"/>
                <p:cNvCxnSpPr/>
                <p:nvPr/>
              </p:nvCxnSpPr>
              <p:spPr>
                <a:xfrm flipH="1">
                  <a:off x="2021" y="2400"/>
                  <a:ext cx="291" cy="624"/>
                </a:xfrm>
                <a:prstGeom prst="straightConnector1">
                  <a:avLst/>
                </a:prstGeom>
                <a:noFill/>
                <a:ln cap="flat" cmpd="sng" w="9525">
                  <a:solidFill>
                    <a:schemeClr val="lt1"/>
                  </a:solidFill>
                  <a:prstDash val="dash"/>
                  <a:round/>
                  <a:headEnd len="sm" w="sm" type="none"/>
                  <a:tailEnd len="med" w="med" type="triangle"/>
                </a:ln>
              </p:spPr>
            </p:cxnSp>
            <p:cxnSp>
              <p:nvCxnSpPr>
                <p:cNvPr id="273" name="Google Shape;273;p13"/>
                <p:cNvCxnSpPr/>
                <p:nvPr/>
              </p:nvCxnSpPr>
              <p:spPr>
                <a:xfrm>
                  <a:off x="2312" y="2400"/>
                  <a:ext cx="280" cy="624"/>
                </a:xfrm>
                <a:prstGeom prst="straightConnector1">
                  <a:avLst/>
                </a:prstGeom>
                <a:noFill/>
                <a:ln cap="flat" cmpd="sng" w="28575">
                  <a:solidFill>
                    <a:srgbClr val="C00000"/>
                  </a:solidFill>
                  <a:prstDash val="solid"/>
                  <a:round/>
                  <a:headEnd len="sm" w="sm" type="none"/>
                  <a:tailEnd len="med" w="med" type="triangle"/>
                </a:ln>
              </p:spPr>
            </p:cxnSp>
          </p:grpSp>
          <p:sp>
            <p:nvSpPr>
              <p:cNvPr id="274" name="Google Shape;274;p13"/>
              <p:cNvSpPr txBox="1"/>
              <p:nvPr/>
            </p:nvSpPr>
            <p:spPr>
              <a:xfrm>
                <a:off x="3024" y="1680"/>
                <a:ext cx="129"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5" name="Google Shape;275;p13"/>
              <p:cNvSpPr txBox="1"/>
              <p:nvPr/>
            </p:nvSpPr>
            <p:spPr>
              <a:xfrm>
                <a:off x="3216" y="1401"/>
                <a:ext cx="129"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C0000"/>
                  </a:solidFill>
                  <a:latin typeface="Arial"/>
                  <a:ea typeface="Arial"/>
                  <a:cs typeface="Arial"/>
                  <a:sym typeface="Arial"/>
                </a:endParaRPr>
              </a:p>
            </p:txBody>
          </p:sp>
          <p:sp>
            <p:nvSpPr>
              <p:cNvPr id="276" name="Google Shape;276;p13"/>
              <p:cNvSpPr txBox="1"/>
              <p:nvPr/>
            </p:nvSpPr>
            <p:spPr>
              <a:xfrm>
                <a:off x="2976" y="1920"/>
                <a:ext cx="559"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33FF"/>
                  </a:solidFill>
                  <a:latin typeface="Arial"/>
                  <a:ea typeface="Arial"/>
                  <a:cs typeface="Arial"/>
                  <a:sym typeface="Arial"/>
                </a:endParaRPr>
              </a:p>
            </p:txBody>
          </p:sp>
          <p:sp>
            <p:nvSpPr>
              <p:cNvPr id="277" name="Google Shape;277;p13"/>
              <p:cNvSpPr txBox="1"/>
              <p:nvPr/>
            </p:nvSpPr>
            <p:spPr>
              <a:xfrm>
                <a:off x="2616" y="2261"/>
                <a:ext cx="504" cy="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8" name="Google Shape;278;p13"/>
              <p:cNvSpPr/>
              <p:nvPr/>
            </p:nvSpPr>
            <p:spPr>
              <a:xfrm>
                <a:off x="3019" y="2499"/>
                <a:ext cx="154" cy="123"/>
              </a:xfrm>
              <a:prstGeom prst="triangle">
                <a:avLst>
                  <a:gd fmla="val 50000" name="adj"/>
                </a:avLst>
              </a:prstGeom>
              <a:solidFill>
                <a:srgbClr val="00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9" name="Google Shape;279;p13"/>
              <p:cNvSpPr txBox="1"/>
              <p:nvPr/>
            </p:nvSpPr>
            <p:spPr>
              <a:xfrm>
                <a:off x="3173" y="2448"/>
                <a:ext cx="235" cy="249"/>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rgbClr val="CC0000"/>
                  </a:solidFill>
                  <a:latin typeface="Arial"/>
                  <a:ea typeface="Arial"/>
                  <a:cs typeface="Arial"/>
                  <a:sym typeface="Arial"/>
                </a:endParaRPr>
              </a:p>
            </p:txBody>
          </p:sp>
        </p:grpSp>
      </p:grpSp>
      <p:sp>
        <p:nvSpPr>
          <p:cNvPr id="280" name="Google Shape;280;p13"/>
          <p:cNvSpPr/>
          <p:nvPr/>
        </p:nvSpPr>
        <p:spPr>
          <a:xfrm>
            <a:off x="7772400" y="3505200"/>
            <a:ext cx="304800" cy="1143000"/>
          </a:xfrm>
          <a:prstGeom prst="leftBrace">
            <a:avLst>
              <a:gd fmla="val 31250"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1" name="Google Shape;281;p13"/>
          <p:cNvSpPr/>
          <p:nvPr/>
        </p:nvSpPr>
        <p:spPr>
          <a:xfrm>
            <a:off x="7772400" y="1981200"/>
            <a:ext cx="304800" cy="1143000"/>
          </a:xfrm>
          <a:prstGeom prst="leftBrace">
            <a:avLst>
              <a:gd fmla="val 31250"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2" name="Google Shape;282;p13"/>
          <p:cNvSpPr/>
          <p:nvPr/>
        </p:nvSpPr>
        <p:spPr>
          <a:xfrm>
            <a:off x="7772400" y="5029200"/>
            <a:ext cx="304800" cy="1143000"/>
          </a:xfrm>
          <a:prstGeom prst="leftBrace">
            <a:avLst>
              <a:gd fmla="val 31250"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txp_fig" id="283" name="Google Shape;283;p13"/>
          <p:cNvPicPr preferRelativeResize="0"/>
          <p:nvPr/>
        </p:nvPicPr>
        <p:blipFill rotWithShape="1">
          <a:blip r:embed="rId3">
            <a:alphaModFix/>
          </a:blip>
          <a:srcRect b="0" l="0" r="0" t="0"/>
          <a:stretch/>
        </p:blipFill>
        <p:spPr>
          <a:xfrm>
            <a:off x="7162800" y="2312690"/>
            <a:ext cx="211138" cy="351897"/>
          </a:xfrm>
          <a:prstGeom prst="rect">
            <a:avLst/>
          </a:prstGeom>
          <a:noFill/>
          <a:ln>
            <a:noFill/>
          </a:ln>
        </p:spPr>
      </p:pic>
      <p:pic>
        <p:nvPicPr>
          <p:cNvPr descr="txp_fig" id="284" name="Google Shape;284;p13"/>
          <p:cNvPicPr preferRelativeResize="0"/>
          <p:nvPr/>
        </p:nvPicPr>
        <p:blipFill rotWithShape="1">
          <a:blip r:embed="rId4">
            <a:alphaModFix/>
          </a:blip>
          <a:srcRect b="0" l="0" r="0" t="0"/>
          <a:stretch/>
        </p:blipFill>
        <p:spPr>
          <a:xfrm>
            <a:off x="7137699" y="3856766"/>
            <a:ext cx="280688" cy="327002"/>
          </a:xfrm>
          <a:prstGeom prst="rect">
            <a:avLst/>
          </a:prstGeom>
          <a:noFill/>
          <a:ln>
            <a:noFill/>
          </a:ln>
        </p:spPr>
      </p:pic>
      <p:pic>
        <p:nvPicPr>
          <p:cNvPr descr="txp_fig" id="285" name="Google Shape;285;p13"/>
          <p:cNvPicPr preferRelativeResize="0"/>
          <p:nvPr/>
        </p:nvPicPr>
        <p:blipFill rotWithShape="1">
          <a:blip r:embed="rId5">
            <a:alphaModFix/>
          </a:blip>
          <a:srcRect b="0" l="0" r="0" t="0"/>
          <a:stretch/>
        </p:blipFill>
        <p:spPr>
          <a:xfrm>
            <a:off x="7056372" y="5225060"/>
            <a:ext cx="514651" cy="560927"/>
          </a:xfrm>
          <a:prstGeom prst="rect">
            <a:avLst/>
          </a:prstGeom>
          <a:noFill/>
          <a:ln>
            <a:noFill/>
          </a:ln>
        </p:spPr>
      </p:pic>
      <p:pic>
        <p:nvPicPr>
          <p:cNvPr descr="C:\Users\Dan\Dropbox\Office\CS 188\Ketrina Art\MDPs\Discounting.png" id="286" name="Google Shape;286;p13"/>
          <p:cNvPicPr preferRelativeResize="0"/>
          <p:nvPr/>
        </p:nvPicPr>
        <p:blipFill rotWithShape="1">
          <a:blip r:embed="rId6">
            <a:alphaModFix/>
          </a:blip>
          <a:srcRect b="0" l="73764" r="1568" t="76543"/>
          <a:stretch/>
        </p:blipFill>
        <p:spPr>
          <a:xfrm>
            <a:off x="5486400" y="5181600"/>
            <a:ext cx="1562540" cy="990600"/>
          </a:xfrm>
          <a:prstGeom prst="rect">
            <a:avLst/>
          </a:prstGeom>
          <a:noFill/>
          <a:ln>
            <a:noFill/>
          </a:ln>
        </p:spPr>
      </p:pic>
      <p:pic>
        <p:nvPicPr>
          <p:cNvPr id="287" name="Google Shape;287;p13"/>
          <p:cNvPicPr preferRelativeResize="0"/>
          <p:nvPr/>
        </p:nvPicPr>
        <p:blipFill rotWithShape="1">
          <a:blip r:embed="rId7">
            <a:alphaModFix/>
          </a:blip>
          <a:srcRect b="0" l="0" r="0" t="0"/>
          <a:stretch/>
        </p:blipFill>
        <p:spPr>
          <a:xfrm>
            <a:off x="5562600" y="1676400"/>
            <a:ext cx="1761584" cy="1524000"/>
          </a:xfrm>
          <a:prstGeom prst="rect">
            <a:avLst/>
          </a:prstGeom>
          <a:noFill/>
          <a:ln>
            <a:noFill/>
          </a:ln>
        </p:spPr>
      </p:pic>
      <p:pic>
        <p:nvPicPr>
          <p:cNvPr descr="C:\Users\Dan\Dropbox\Office\CS 188\Ketrina Art\MDPs\Discounting.png" id="288" name="Google Shape;288;p13"/>
          <p:cNvPicPr preferRelativeResize="0"/>
          <p:nvPr/>
        </p:nvPicPr>
        <p:blipFill rotWithShape="1">
          <a:blip r:embed="rId6">
            <a:alphaModFix/>
          </a:blip>
          <a:srcRect b="35802" l="73764" r="1568" t="38272"/>
          <a:stretch/>
        </p:blipFill>
        <p:spPr>
          <a:xfrm>
            <a:off x="5562600" y="3429000"/>
            <a:ext cx="1566128" cy="10973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4"/>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Quiz: Discounting</a:t>
            </a:r>
            <a:endParaRPr b="0" i="0" sz="4400" u="none" cap="none" strike="noStrike">
              <a:solidFill>
                <a:schemeClr val="dk2"/>
              </a:solidFill>
              <a:latin typeface="Calibri"/>
              <a:ea typeface="Calibri"/>
              <a:cs typeface="Calibri"/>
              <a:sym typeface="Calibri"/>
            </a:endParaRPr>
          </a:p>
        </p:txBody>
      </p:sp>
      <p:sp>
        <p:nvSpPr>
          <p:cNvPr id="294" name="Google Shape;294;p14"/>
          <p:cNvSpPr txBox="1"/>
          <p:nvPr>
            <p:ph idx="1" type="body"/>
          </p:nvPr>
        </p:nvSpPr>
        <p:spPr>
          <a:xfrm>
            <a:off x="406400" y="1397001"/>
            <a:ext cx="11480800" cy="4729164"/>
          </a:xfrm>
          <a:prstGeom prst="rect">
            <a:avLst/>
          </a:prstGeom>
          <a:noFill/>
          <a:ln>
            <a:noFill/>
          </a:ln>
        </p:spPr>
        <p:txBody>
          <a:bodyPr anchorCtr="0" anchor="t" bIns="45700" lIns="91425" spcFirstLastPara="1" rIns="91425" wrap="square" tIns="45700">
            <a:noAutofit/>
          </a:bodyPr>
          <a:lstStyle/>
          <a:p>
            <a:pPr indent="-342882" lvl="0" marL="342882" marR="0" rtl="0" algn="l">
              <a:lnSpc>
                <a:spcPct val="100000"/>
              </a:lnSpc>
              <a:spcBef>
                <a:spcPts val="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Given:</a:t>
            </a:r>
            <a:endParaRPr/>
          </a:p>
          <a:p>
            <a:pPr indent="-133336" lvl="1" marL="742913" marR="0" rtl="0" algn="l">
              <a:lnSpc>
                <a:spcPct val="100000"/>
              </a:lnSpc>
              <a:spcBef>
                <a:spcPts val="480"/>
              </a:spcBef>
              <a:spcAft>
                <a:spcPts val="0"/>
              </a:spcAft>
              <a:buClr>
                <a:schemeClr val="dk1"/>
              </a:buClr>
              <a:buSzPts val="2400"/>
              <a:buFont typeface="Noto Sans Symbols"/>
              <a:buNone/>
            </a:pPr>
            <a:r>
              <a:t/>
            </a:r>
            <a:endParaRPr b="0" i="0" sz="2400" u="none" cap="none" strike="noStrike">
              <a:solidFill>
                <a:schemeClr val="dk1"/>
              </a:solidFill>
              <a:latin typeface="Calibri"/>
              <a:ea typeface="Calibri"/>
              <a:cs typeface="Calibri"/>
              <a:sym typeface="Calibri"/>
            </a:endParaRPr>
          </a:p>
          <a:p>
            <a:pPr indent="-285736" lvl="1" marL="742913" marR="0" rtl="0" algn="l">
              <a:lnSpc>
                <a:spcPct val="10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Actions: East, West, and Exit (only available in exit states a, e)</a:t>
            </a:r>
            <a:endParaRPr/>
          </a:p>
          <a:p>
            <a:pPr indent="-285736" lvl="1" marL="742913" marR="0" rtl="0" algn="l">
              <a:lnSpc>
                <a:spcPct val="10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Transitions: deterministic</a:t>
            </a:r>
            <a:endParaRPr/>
          </a:p>
          <a:p>
            <a:pPr indent="-165082" lvl="0" marL="342882"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accent2"/>
              </a:solidFill>
              <a:latin typeface="Calibri"/>
              <a:ea typeface="Calibri"/>
              <a:cs typeface="Calibri"/>
              <a:sym typeface="Calibri"/>
            </a:endParaRPr>
          </a:p>
          <a:p>
            <a:pPr indent="-342882" lvl="0" marL="342882" marR="0" rtl="0" algn="l">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Quiz 1: For γ = 1, what is the optimal policy?</a:t>
            </a:r>
            <a:endParaRPr/>
          </a:p>
          <a:p>
            <a:pPr indent="-101587" lvl="2" marL="1142942" marR="0" rtl="0" algn="l">
              <a:lnSpc>
                <a:spcPct val="100000"/>
              </a:lnSpc>
              <a:spcBef>
                <a:spcPts val="400"/>
              </a:spcBef>
              <a:spcAft>
                <a:spcPts val="0"/>
              </a:spcAft>
              <a:buClr>
                <a:schemeClr val="accent2"/>
              </a:buClr>
              <a:buSzPts val="2000"/>
              <a:buFont typeface="Noto Sans Symbols"/>
              <a:buNone/>
            </a:pPr>
            <a:r>
              <a:t/>
            </a:r>
            <a:endParaRPr b="0" i="0" sz="2000" u="none" cap="none" strike="noStrike">
              <a:solidFill>
                <a:schemeClr val="dk1"/>
              </a:solidFill>
              <a:latin typeface="Calibri"/>
              <a:ea typeface="Calibri"/>
              <a:cs typeface="Calibri"/>
              <a:sym typeface="Calibri"/>
            </a:endParaRPr>
          </a:p>
          <a:p>
            <a:pPr indent="-342882" lvl="0" marL="342882" marR="0" rtl="0" algn="l">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Quiz 2: For γ = 0.1, what is the optimal policy?</a:t>
            </a:r>
            <a:endParaRPr/>
          </a:p>
          <a:p>
            <a:pPr indent="-101587" lvl="2" marL="1142942" marR="0" rtl="0" algn="l">
              <a:lnSpc>
                <a:spcPct val="100000"/>
              </a:lnSpc>
              <a:spcBef>
                <a:spcPts val="400"/>
              </a:spcBef>
              <a:spcAft>
                <a:spcPts val="0"/>
              </a:spcAft>
              <a:buClr>
                <a:schemeClr val="accent2"/>
              </a:buClr>
              <a:buSzPts val="2000"/>
              <a:buFont typeface="Noto Sans Symbols"/>
              <a:buNone/>
            </a:pPr>
            <a:r>
              <a:t/>
            </a:r>
            <a:endParaRPr b="0" i="0" sz="2000" u="none" cap="none" strike="noStrike">
              <a:solidFill>
                <a:schemeClr val="dk1"/>
              </a:solidFill>
              <a:latin typeface="Calibri"/>
              <a:ea typeface="Calibri"/>
              <a:cs typeface="Calibri"/>
              <a:sym typeface="Calibri"/>
            </a:endParaRPr>
          </a:p>
          <a:p>
            <a:pPr indent="-342882" lvl="0" marL="342882" marR="0" rtl="0" algn="l">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Quiz 3: For which γ</a:t>
            </a:r>
            <a:r>
              <a:rPr b="0" i="0" lang="en-US" sz="2800" u="none" cap="none" strike="noStrike">
                <a:solidFill>
                  <a:schemeClr val="accent2"/>
                </a:solidFill>
                <a:latin typeface="Old Standard TT"/>
                <a:ea typeface="Old Standard TT"/>
                <a:cs typeface="Old Standard TT"/>
                <a:sym typeface="Old Standard TT"/>
              </a:rPr>
              <a:t> </a:t>
            </a:r>
            <a:r>
              <a:rPr b="0" i="0" lang="en-US" sz="2800" u="none" cap="none" strike="noStrike">
                <a:solidFill>
                  <a:schemeClr val="accent2"/>
                </a:solidFill>
                <a:latin typeface="Calibri"/>
                <a:ea typeface="Calibri"/>
                <a:cs typeface="Calibri"/>
                <a:sym typeface="Calibri"/>
              </a:rPr>
              <a:t>are West and East equally good when in state d?</a:t>
            </a:r>
            <a:endParaRPr b="0" i="0" sz="2800" u="none" cap="none" strike="noStrike">
              <a:solidFill>
                <a:schemeClr val="accent2"/>
              </a:solidFill>
              <a:latin typeface="Calibri"/>
              <a:ea typeface="Calibri"/>
              <a:cs typeface="Calibri"/>
              <a:sym typeface="Calibri"/>
            </a:endParaRPr>
          </a:p>
        </p:txBody>
      </p:sp>
      <p:grpSp>
        <p:nvGrpSpPr>
          <p:cNvPr id="295" name="Google Shape;295;p14"/>
          <p:cNvGrpSpPr/>
          <p:nvPr/>
        </p:nvGrpSpPr>
        <p:grpSpPr>
          <a:xfrm>
            <a:off x="3276600" y="1219200"/>
            <a:ext cx="3594100" cy="1168400"/>
            <a:chOff x="3352800" y="3505200"/>
            <a:chExt cx="3594100" cy="1168400"/>
          </a:xfrm>
        </p:grpSpPr>
        <p:pic>
          <p:nvPicPr>
            <p:cNvPr descr="discounting.png" id="296" name="Google Shape;296;p14"/>
            <p:cNvPicPr preferRelativeResize="0"/>
            <p:nvPr/>
          </p:nvPicPr>
          <p:blipFill rotWithShape="1">
            <a:blip r:embed="rId3">
              <a:alphaModFix/>
            </a:blip>
            <a:srcRect b="0" l="0" r="0" t="0"/>
            <a:stretch/>
          </p:blipFill>
          <p:spPr>
            <a:xfrm>
              <a:off x="3352800" y="3505200"/>
              <a:ext cx="3594100" cy="1168400"/>
            </a:xfrm>
            <a:prstGeom prst="rect">
              <a:avLst/>
            </a:prstGeom>
            <a:noFill/>
            <a:ln>
              <a:noFill/>
            </a:ln>
          </p:spPr>
        </p:pic>
        <p:sp>
          <p:nvSpPr>
            <p:cNvPr id="297" name="Google Shape;297;p14"/>
            <p:cNvSpPr/>
            <p:nvPr/>
          </p:nvSpPr>
          <p:spPr>
            <a:xfrm>
              <a:off x="5486400" y="3733800"/>
              <a:ext cx="533400" cy="4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298" name="Google Shape;298;p14"/>
          <p:cNvSpPr/>
          <p:nvPr/>
        </p:nvSpPr>
        <p:spPr>
          <a:xfrm>
            <a:off x="9372600" y="1676400"/>
            <a:ext cx="533400" cy="4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99" name="Google Shape;299;p14"/>
          <p:cNvSpPr/>
          <p:nvPr/>
        </p:nvSpPr>
        <p:spPr>
          <a:xfrm>
            <a:off x="10244941" y="3772590"/>
            <a:ext cx="533400" cy="4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aphicFrame>
        <p:nvGraphicFramePr>
          <p:cNvPr id="300" name="Google Shape;300;p14"/>
          <p:cNvGraphicFramePr/>
          <p:nvPr/>
        </p:nvGraphicFramePr>
        <p:xfrm>
          <a:off x="8340200" y="3696400"/>
          <a:ext cx="3000000" cy="3000000"/>
        </p:xfrm>
        <a:graphic>
          <a:graphicData uri="http://schemas.openxmlformats.org/drawingml/2006/table">
            <a:tbl>
              <a:tblPr>
                <a:noFill/>
                <a:tableStyleId>{D57BD350-5B00-4BD6-A73E-FA0C5952FEC3}</a:tableStyleId>
              </a:tblPr>
              <a:tblGrid>
                <a:gridCol w="609550"/>
                <a:gridCol w="609550"/>
                <a:gridCol w="609550"/>
                <a:gridCol w="609550"/>
                <a:gridCol w="609550"/>
              </a:tblGrid>
              <a:tr h="3810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Exit</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highlight>
                            <a:srgbClr val="FFFFFF"/>
                          </a:highlight>
                        </a:rPr>
                        <a:t>←</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highlight>
                            <a:srgbClr val="FFFFFF"/>
                          </a:highlight>
                        </a:rPr>
                        <a:t>←</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highlight>
                            <a:srgbClr val="FFFFFF"/>
                          </a:highlight>
                        </a:rPr>
                        <a:t>←</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highlight>
                            <a:srgbClr val="FFFFFF"/>
                          </a:highlight>
                        </a:rPr>
                        <a:t>←</a:t>
                      </a:r>
                      <a:endParaRPr sz="2000" u="none" cap="none" strike="noStrike"/>
                    </a:p>
                  </a:txBody>
                  <a:tcPr marT="91425" marB="91425" marR="91425" marL="91425"/>
                </a:tc>
              </a:tr>
            </a:tbl>
          </a:graphicData>
        </a:graphic>
      </p:graphicFrame>
      <p:graphicFrame>
        <p:nvGraphicFramePr>
          <p:cNvPr id="301" name="Google Shape;301;p14"/>
          <p:cNvGraphicFramePr/>
          <p:nvPr/>
        </p:nvGraphicFramePr>
        <p:xfrm>
          <a:off x="8340200" y="4610800"/>
          <a:ext cx="3000000" cy="3000000"/>
        </p:xfrm>
        <a:graphic>
          <a:graphicData uri="http://schemas.openxmlformats.org/drawingml/2006/table">
            <a:tbl>
              <a:tblPr>
                <a:noFill/>
                <a:tableStyleId>{D57BD350-5B00-4BD6-A73E-FA0C5952FEC3}</a:tableStyleId>
              </a:tblPr>
              <a:tblGrid>
                <a:gridCol w="609550"/>
                <a:gridCol w="609550"/>
                <a:gridCol w="609550"/>
                <a:gridCol w="609550"/>
                <a:gridCol w="609550"/>
              </a:tblGrid>
              <a:tr h="3810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Exit</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highlight>
                            <a:srgbClr val="FFFFFF"/>
                          </a:highlight>
                        </a:rPr>
                        <a:t>←</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highlight>
                            <a:srgbClr val="FFFFFF"/>
                          </a:highlight>
                        </a:rPr>
                        <a:t>←</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highlight>
                            <a:srgbClr val="FFFFFF"/>
                          </a:highlight>
                        </a:rPr>
                        <a:t>→</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highlight>
                            <a:srgbClr val="FFFFFF"/>
                          </a:highlight>
                        </a:rPr>
                        <a:t>Exit</a:t>
                      </a:r>
                      <a:endParaRPr sz="2000" u="none" cap="none" strike="noStrike"/>
                    </a:p>
                  </a:txBody>
                  <a:tcPr marT="91425" marB="91425" marR="91425" marL="91425"/>
                </a:tc>
              </a:tr>
            </a:tbl>
          </a:graphicData>
        </a:graphic>
      </p:graphicFrame>
      <p:sp>
        <p:nvSpPr>
          <p:cNvPr id="302" name="Google Shape;302;p14"/>
          <p:cNvSpPr txBox="1"/>
          <p:nvPr/>
        </p:nvSpPr>
        <p:spPr>
          <a:xfrm>
            <a:off x="2254975" y="5927175"/>
            <a:ext cx="8103600" cy="78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10 </a:t>
            </a:r>
            <a:r>
              <a:rPr b="0" i="0" lang="en-US" sz="3000" u="none" cap="none" strike="noStrike">
                <a:solidFill>
                  <a:srgbClr val="222222"/>
                </a:solidFill>
                <a:highlight>
                  <a:srgbClr val="FFFFFF"/>
                </a:highlight>
                <a:latin typeface="Arial"/>
                <a:ea typeface="Arial"/>
                <a:cs typeface="Arial"/>
                <a:sym typeface="Arial"/>
              </a:rPr>
              <a:t>γ</a:t>
            </a:r>
            <a:r>
              <a:rPr b="0" baseline="30000" i="0" lang="en-US" sz="3000" u="none" cap="none" strike="noStrike">
                <a:solidFill>
                  <a:srgbClr val="222222"/>
                </a:solidFill>
                <a:highlight>
                  <a:srgbClr val="FFFFFF"/>
                </a:highlight>
                <a:latin typeface="Arial"/>
                <a:ea typeface="Arial"/>
                <a:cs typeface="Arial"/>
                <a:sym typeface="Arial"/>
              </a:rPr>
              <a:t>3</a:t>
            </a:r>
            <a:r>
              <a:rPr b="0" i="0" lang="en-US" sz="3000" u="none" cap="none" strike="noStrike">
                <a:solidFill>
                  <a:srgbClr val="222222"/>
                </a:solidFill>
                <a:highlight>
                  <a:srgbClr val="FFFFFF"/>
                </a:highlight>
                <a:latin typeface="Arial"/>
                <a:ea typeface="Arial"/>
                <a:cs typeface="Arial"/>
                <a:sym typeface="Arial"/>
              </a:rPr>
              <a:t> = 1γ 									γ = 0.316</a:t>
            </a:r>
            <a:endParaRPr b="0" i="0" sz="3000" u="none" cap="none" strike="noStrike">
              <a:solidFill>
                <a:srgbClr val="222222"/>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t/>
            </a:r>
            <a:endParaRPr b="0" baseline="30000" i="0" sz="3000" u="none" cap="none" strike="noStrike">
              <a:solidFill>
                <a:srgbClr val="222222"/>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5"/>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Infinite Utilities?!</a:t>
            </a:r>
            <a:endParaRPr/>
          </a:p>
        </p:txBody>
      </p:sp>
      <p:sp>
        <p:nvSpPr>
          <p:cNvPr id="308" name="Google Shape;308;p15"/>
          <p:cNvSpPr txBox="1"/>
          <p:nvPr>
            <p:ph idx="1" type="body"/>
          </p:nvPr>
        </p:nvSpPr>
        <p:spPr>
          <a:xfrm>
            <a:off x="457200" y="1295400"/>
            <a:ext cx="10896600" cy="5105400"/>
          </a:xfrm>
          <a:prstGeom prst="rect">
            <a:avLst/>
          </a:prstGeom>
          <a:noFill/>
          <a:ln>
            <a:noFill/>
          </a:ln>
        </p:spPr>
        <p:txBody>
          <a:bodyPr anchorCtr="0" anchor="t" bIns="45700" lIns="91425" spcFirstLastPara="1" rIns="91425" wrap="square" tIns="45700">
            <a:noAutofit/>
          </a:bodyPr>
          <a:lstStyle/>
          <a:p>
            <a:pPr indent="-342882" lvl="0" marL="342882" marR="0" rtl="0" algn="l">
              <a:lnSpc>
                <a:spcPct val="100000"/>
              </a:lnSpc>
              <a:spcBef>
                <a:spcPts val="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Problem: What if the game lasts forever?  Do we get infinite rewards?</a:t>
            </a:r>
            <a:endParaRPr b="0" i="0" sz="2800" u="none" cap="none" strike="noStrike">
              <a:solidFill>
                <a:schemeClr val="accent2"/>
              </a:solidFill>
              <a:latin typeface="Calibri"/>
              <a:ea typeface="Calibri"/>
              <a:cs typeface="Calibri"/>
              <a:sym typeface="Calibri"/>
            </a:endParaRPr>
          </a:p>
          <a:p>
            <a:pPr indent="-165087" lvl="3" marL="1600120" marR="0" rtl="0" algn="l">
              <a:lnSpc>
                <a:spcPct val="100000"/>
              </a:lnSpc>
              <a:spcBef>
                <a:spcPts val="200"/>
              </a:spcBef>
              <a:spcAft>
                <a:spcPts val="0"/>
              </a:spcAft>
              <a:buClr>
                <a:schemeClr val="dk1"/>
              </a:buClr>
              <a:buSzPts val="1000"/>
              <a:buFont typeface="Noto Sans Symbols"/>
              <a:buNone/>
            </a:pPr>
            <a:r>
              <a:t/>
            </a:r>
            <a:endParaRPr b="0" i="0" sz="1000" u="none" cap="none" strike="noStrike">
              <a:solidFill>
                <a:schemeClr val="dk1"/>
              </a:solidFill>
              <a:latin typeface="Calibri"/>
              <a:ea typeface="Calibri"/>
              <a:cs typeface="Calibri"/>
              <a:sym typeface="Calibri"/>
            </a:endParaRPr>
          </a:p>
          <a:p>
            <a:pPr indent="-342882" lvl="0" marL="342882" marR="0" rtl="0" algn="l">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alibri"/>
                <a:ea typeface="Calibri"/>
                <a:cs typeface="Calibri"/>
                <a:sym typeface="Calibri"/>
              </a:rPr>
              <a:t>Solutions:</a:t>
            </a:r>
            <a:endParaRPr/>
          </a:p>
          <a:p>
            <a:pPr indent="-285736" lvl="1" marL="742913" marR="0" rtl="0" algn="l">
              <a:lnSpc>
                <a:spcPct val="10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Finite horizon: (similar to depth-limited search)</a:t>
            </a:r>
            <a:endParaRPr b="0" i="0" sz="2400" u="none" cap="none" strike="noStrike">
              <a:solidFill>
                <a:schemeClr val="dk1"/>
              </a:solidFill>
              <a:latin typeface="Calibri"/>
              <a:ea typeface="Calibri"/>
              <a:cs typeface="Calibri"/>
              <a:sym typeface="Calibri"/>
            </a:endParaRPr>
          </a:p>
          <a:p>
            <a:pPr indent="-228587" lvl="2" marL="1142942"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Calibri"/>
                <a:ea typeface="Calibri"/>
                <a:cs typeface="Calibri"/>
                <a:sym typeface="Calibri"/>
              </a:rPr>
              <a:t>Terminate episodes after a fixed T steps (e.g. life)</a:t>
            </a:r>
            <a:endParaRPr/>
          </a:p>
          <a:p>
            <a:pPr indent="-228587" lvl="2" marL="1142942"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Calibri"/>
                <a:ea typeface="Calibri"/>
                <a:cs typeface="Calibri"/>
                <a:sym typeface="Calibri"/>
              </a:rPr>
              <a:t>Gives nonstationary policies (π depends on time left)</a:t>
            </a:r>
            <a:endParaRPr/>
          </a:p>
          <a:p>
            <a:pPr indent="-177789" lvl="7" marL="3428829" marR="0" rtl="0" algn="l">
              <a:lnSpc>
                <a:spcPct val="100000"/>
              </a:lnSpc>
              <a:spcBef>
                <a:spcPts val="160"/>
              </a:spcBef>
              <a:spcAft>
                <a:spcPts val="0"/>
              </a:spcAft>
              <a:buClr>
                <a:schemeClr val="accent2"/>
              </a:buClr>
              <a:buSzPts val="800"/>
              <a:buFont typeface="Noto Sans Symbols"/>
              <a:buNone/>
            </a:pPr>
            <a:r>
              <a:t/>
            </a:r>
            <a:endParaRPr b="0" i="0" sz="800" u="none" cap="none" strike="noStrike">
              <a:solidFill>
                <a:schemeClr val="dk1"/>
              </a:solidFill>
              <a:latin typeface="Arial"/>
              <a:ea typeface="Arial"/>
              <a:cs typeface="Arial"/>
              <a:sym typeface="Arial"/>
            </a:endParaRPr>
          </a:p>
          <a:p>
            <a:pPr indent="-285736" lvl="1" marL="742913" marR="0" rtl="0" algn="l">
              <a:lnSpc>
                <a:spcPct val="10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Discounting: use 0 &lt; γ &lt; 1</a:t>
            </a:r>
            <a:endParaRPr/>
          </a:p>
          <a:p>
            <a:pPr indent="-133336" lvl="1" marL="742913" marR="0" rtl="0" algn="l">
              <a:lnSpc>
                <a:spcPct val="100000"/>
              </a:lnSpc>
              <a:spcBef>
                <a:spcPts val="480"/>
              </a:spcBef>
              <a:spcAft>
                <a:spcPts val="0"/>
              </a:spcAft>
              <a:buClr>
                <a:schemeClr val="dk1"/>
              </a:buClr>
              <a:buSzPts val="2400"/>
              <a:buFont typeface="Noto Sans Symbols"/>
              <a:buNone/>
            </a:pPr>
            <a:r>
              <a:t/>
            </a:r>
            <a:endParaRPr b="0" i="0" sz="2400" u="none" cap="none" strike="noStrike">
              <a:solidFill>
                <a:schemeClr val="dk1"/>
              </a:solidFill>
              <a:latin typeface="Calibri"/>
              <a:ea typeface="Calibri"/>
              <a:cs typeface="Calibri"/>
              <a:sym typeface="Calibri"/>
            </a:endParaRPr>
          </a:p>
          <a:p>
            <a:pPr indent="-133336" lvl="1" marL="742913" marR="0" rtl="0" algn="l">
              <a:lnSpc>
                <a:spcPct val="100000"/>
              </a:lnSpc>
              <a:spcBef>
                <a:spcPts val="480"/>
              </a:spcBef>
              <a:spcAft>
                <a:spcPts val="0"/>
              </a:spcAft>
              <a:buClr>
                <a:schemeClr val="dk1"/>
              </a:buClr>
              <a:buSzPts val="2400"/>
              <a:buFont typeface="Noto Sans Symbols"/>
              <a:buNone/>
            </a:pPr>
            <a:r>
              <a:t/>
            </a:r>
            <a:endParaRPr b="0" i="0" sz="2400" u="none" cap="none" strike="noStrike">
              <a:solidFill>
                <a:schemeClr val="dk1"/>
              </a:solidFill>
              <a:latin typeface="Calibri"/>
              <a:ea typeface="Calibri"/>
              <a:cs typeface="Calibri"/>
              <a:sym typeface="Calibri"/>
            </a:endParaRPr>
          </a:p>
          <a:p>
            <a:pPr indent="-228587" lvl="2" marL="1142942"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Calibri"/>
                <a:ea typeface="Calibri"/>
                <a:cs typeface="Calibri"/>
                <a:sym typeface="Calibri"/>
              </a:rPr>
              <a:t>Smaller γ means smaller “horizon” – shorter term focus</a:t>
            </a:r>
            <a:endParaRPr/>
          </a:p>
          <a:p>
            <a:pPr indent="-177787" lvl="8" marL="3886005" marR="0" rtl="0" algn="l">
              <a:lnSpc>
                <a:spcPct val="100000"/>
              </a:lnSpc>
              <a:spcBef>
                <a:spcPts val="160"/>
              </a:spcBef>
              <a:spcAft>
                <a:spcPts val="0"/>
              </a:spcAft>
              <a:buClr>
                <a:srgbClr val="000000"/>
              </a:buClr>
              <a:buSzPts val="800"/>
              <a:buFont typeface="Noto Sans Symbols"/>
              <a:buNone/>
            </a:pPr>
            <a:r>
              <a:t/>
            </a:r>
            <a:endParaRPr b="0" i="0" sz="800" u="none" cap="none" strike="noStrike">
              <a:solidFill>
                <a:srgbClr val="000000"/>
              </a:solidFill>
              <a:latin typeface="Arial"/>
              <a:ea typeface="Arial"/>
              <a:cs typeface="Arial"/>
              <a:sym typeface="Arial"/>
            </a:endParaRPr>
          </a:p>
          <a:p>
            <a:pPr indent="-285736" lvl="1" marL="742913" marR="0" rtl="0" algn="l">
              <a:lnSpc>
                <a:spcPct val="100000"/>
              </a:lnSpc>
              <a:spcBef>
                <a:spcPts val="480"/>
              </a:spcBef>
              <a:spcAft>
                <a:spcPts val="0"/>
              </a:spcAft>
              <a:buClr>
                <a:srgbClr val="000000"/>
              </a:buClr>
              <a:buSzPts val="2400"/>
              <a:buFont typeface="Noto Sans Symbols"/>
              <a:buChar char="▪"/>
            </a:pPr>
            <a:r>
              <a:rPr b="0" i="0" lang="en-US" sz="2400" u="none" cap="none" strike="noStrike">
                <a:solidFill>
                  <a:srgbClr val="000000"/>
                </a:solidFill>
                <a:latin typeface="Calibri"/>
                <a:ea typeface="Calibri"/>
                <a:cs typeface="Calibri"/>
                <a:sym typeface="Calibri"/>
              </a:rPr>
              <a:t>Absorbing state: guarantee that for every policy, a terminal state will eventually be reached </a:t>
            </a:r>
            <a:endParaRPr b="0" i="0" sz="2400" u="none" cap="none" strike="noStrike">
              <a:solidFill>
                <a:srgbClr val="000000"/>
              </a:solidFill>
              <a:latin typeface="Calibri"/>
              <a:ea typeface="Calibri"/>
              <a:cs typeface="Calibri"/>
              <a:sym typeface="Calibri"/>
            </a:endParaRPr>
          </a:p>
          <a:p>
            <a:pPr indent="-133336" lvl="1" marL="742913" marR="0" rtl="0" algn="l">
              <a:lnSpc>
                <a:spcPct val="100000"/>
              </a:lnSpc>
              <a:spcBef>
                <a:spcPts val="480"/>
              </a:spcBef>
              <a:spcAft>
                <a:spcPts val="0"/>
              </a:spcAft>
              <a:buClr>
                <a:schemeClr val="dk1"/>
              </a:buClr>
              <a:buSzPts val="2400"/>
              <a:buFont typeface="Noto Sans Symbols"/>
              <a:buNone/>
            </a:pPr>
            <a:r>
              <a:t/>
            </a:r>
            <a:endParaRPr b="0" i="0" sz="2400" u="none" cap="none" strike="noStrike">
              <a:solidFill>
                <a:schemeClr val="dk1"/>
              </a:solidFill>
              <a:latin typeface="Calibri"/>
              <a:ea typeface="Calibri"/>
              <a:cs typeface="Calibri"/>
              <a:sym typeface="Calibri"/>
            </a:endParaRPr>
          </a:p>
        </p:txBody>
      </p:sp>
      <p:pic>
        <p:nvPicPr>
          <p:cNvPr descr="txp_fig" id="309" name="Google Shape;309;p15"/>
          <p:cNvPicPr preferRelativeResize="0"/>
          <p:nvPr/>
        </p:nvPicPr>
        <p:blipFill rotWithShape="1">
          <a:blip r:embed="rId3">
            <a:alphaModFix/>
          </a:blip>
          <a:srcRect b="0" l="0" r="0" t="0"/>
          <a:stretch/>
        </p:blipFill>
        <p:spPr>
          <a:xfrm>
            <a:off x="1905127" y="4330701"/>
            <a:ext cx="5222620" cy="714014"/>
          </a:xfrm>
          <a:prstGeom prst="rect">
            <a:avLst/>
          </a:prstGeom>
          <a:noFill/>
          <a:ln>
            <a:noFill/>
          </a:ln>
        </p:spPr>
      </p:pic>
      <p:pic>
        <p:nvPicPr>
          <p:cNvPr id="310" name="Google Shape;310;p15"/>
          <p:cNvPicPr preferRelativeResize="0"/>
          <p:nvPr/>
        </p:nvPicPr>
        <p:blipFill rotWithShape="1">
          <a:blip r:embed="rId4">
            <a:alphaModFix/>
          </a:blip>
          <a:srcRect b="0" l="0" r="0" t="0"/>
          <a:stretch/>
        </p:blipFill>
        <p:spPr>
          <a:xfrm>
            <a:off x="7670415" y="2362387"/>
            <a:ext cx="3759585" cy="17522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6"/>
          <p:cNvSpPr txBox="1"/>
          <p:nvPr>
            <p:ph type="title"/>
          </p:nvPr>
        </p:nvSpPr>
        <p:spPr>
          <a:xfrm>
            <a:off x="0" y="-25400"/>
            <a:ext cx="12192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400"/>
              <a:buNone/>
            </a:pPr>
            <a:r>
              <a:rPr b="0" i="0" lang="en-US" sz="4400" u="none" cap="none" strike="noStrike">
                <a:solidFill>
                  <a:schemeClr val="dk2"/>
                </a:solidFill>
                <a:latin typeface="Calibri"/>
                <a:ea typeface="Calibri"/>
                <a:cs typeface="Calibri"/>
                <a:sym typeface="Calibri"/>
              </a:rPr>
              <a:t>Recap: Defining MDPs</a:t>
            </a:r>
            <a:endParaRPr/>
          </a:p>
        </p:txBody>
      </p:sp>
      <p:sp>
        <p:nvSpPr>
          <p:cNvPr id="316" name="Google Shape;316;p16"/>
          <p:cNvSpPr txBox="1"/>
          <p:nvPr>
            <p:ph idx="1" type="body"/>
          </p:nvPr>
        </p:nvSpPr>
        <p:spPr>
          <a:xfrm>
            <a:off x="406400" y="1443036"/>
            <a:ext cx="11379200" cy="4729164"/>
          </a:xfrm>
          <a:prstGeom prst="rect">
            <a:avLst/>
          </a:prstGeom>
          <a:noFill/>
          <a:ln>
            <a:noFill/>
          </a:ln>
        </p:spPr>
        <p:txBody>
          <a:bodyPr anchorCtr="0" anchor="t" bIns="45700" lIns="91425" spcFirstLastPara="1" rIns="91425" wrap="square" tIns="45700">
            <a:noAutofit/>
          </a:bodyPr>
          <a:lstStyle/>
          <a:p>
            <a:pPr indent="-342882" lvl="0" marL="342882" marR="0" rtl="0" algn="l">
              <a:lnSpc>
                <a:spcPct val="80000"/>
              </a:lnSpc>
              <a:spcBef>
                <a:spcPts val="0"/>
              </a:spcBef>
              <a:spcAft>
                <a:spcPts val="0"/>
              </a:spcAft>
              <a:buClr>
                <a:schemeClr val="accent2"/>
              </a:buClr>
              <a:buSzPts val="3200"/>
              <a:buFont typeface="Noto Sans Symbols"/>
              <a:buChar char="▪"/>
            </a:pPr>
            <a:r>
              <a:rPr b="0" i="0" lang="en-US" sz="3200" u="none" cap="none" strike="noStrike">
                <a:solidFill>
                  <a:schemeClr val="accent2"/>
                </a:solidFill>
                <a:latin typeface="Calibri"/>
                <a:ea typeface="Calibri"/>
                <a:cs typeface="Calibri"/>
                <a:sym typeface="Calibri"/>
              </a:rPr>
              <a:t>Markov decision processes:</a:t>
            </a:r>
            <a:endParaRPr/>
          </a:p>
          <a:p>
            <a:pPr indent="-285736" lvl="1" marL="742913" marR="0" rtl="0" algn="l">
              <a:lnSpc>
                <a:spcPct val="8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Set of states S</a:t>
            </a:r>
            <a:endParaRPr/>
          </a:p>
          <a:p>
            <a:pPr indent="-285736" lvl="1" marL="742913" marR="0" rtl="0" algn="l">
              <a:lnSpc>
                <a:spcPct val="8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Start state s</a:t>
            </a:r>
            <a:r>
              <a:rPr b="0" baseline="-25000" i="0" lang="en-US" sz="2800" u="none" cap="none" strike="noStrike">
                <a:solidFill>
                  <a:schemeClr val="dk1"/>
                </a:solidFill>
                <a:latin typeface="Calibri"/>
                <a:ea typeface="Calibri"/>
                <a:cs typeface="Calibri"/>
                <a:sym typeface="Calibri"/>
              </a:rPr>
              <a:t>0</a:t>
            </a:r>
            <a:endParaRPr/>
          </a:p>
          <a:p>
            <a:pPr indent="-285736" lvl="1" marL="742913" marR="0" rtl="0" algn="l">
              <a:lnSpc>
                <a:spcPct val="8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Set of actions A</a:t>
            </a:r>
            <a:endParaRPr/>
          </a:p>
          <a:p>
            <a:pPr indent="-285736" lvl="1" marL="742913" marR="0" rtl="0" algn="l">
              <a:lnSpc>
                <a:spcPct val="8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Transitions P(s’|s,a) (or T(s,a,s’))</a:t>
            </a:r>
            <a:endParaRPr/>
          </a:p>
          <a:p>
            <a:pPr indent="-285736" lvl="1" marL="742913" marR="0" rtl="0" algn="l">
              <a:lnSpc>
                <a:spcPct val="8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Rewards R(s,a,s’) (and discount γ)</a:t>
            </a:r>
            <a:endParaRPr/>
          </a:p>
          <a:p>
            <a:pPr indent="-107936" lvl="1" marL="742913" marR="0" rtl="0" algn="l">
              <a:lnSpc>
                <a:spcPct val="80000"/>
              </a:lnSpc>
              <a:spcBef>
                <a:spcPts val="560"/>
              </a:spcBef>
              <a:spcAft>
                <a:spcPts val="0"/>
              </a:spcAft>
              <a:buClr>
                <a:schemeClr val="dk1"/>
              </a:buClr>
              <a:buSzPts val="2800"/>
              <a:buFont typeface="Noto Sans Symbols"/>
              <a:buNone/>
            </a:pPr>
            <a:r>
              <a:t/>
            </a:r>
            <a:endParaRPr b="0" baseline="-25000" i="0" sz="2800" u="none" cap="none" strike="noStrike">
              <a:solidFill>
                <a:schemeClr val="dk1"/>
              </a:solidFill>
              <a:latin typeface="Calibri"/>
              <a:ea typeface="Calibri"/>
              <a:cs typeface="Calibri"/>
              <a:sym typeface="Calibri"/>
            </a:endParaRPr>
          </a:p>
          <a:p>
            <a:pPr indent="-107936" lvl="1" marL="742913" marR="0" rtl="0" algn="l">
              <a:lnSpc>
                <a:spcPct val="80000"/>
              </a:lnSpc>
              <a:spcBef>
                <a:spcPts val="560"/>
              </a:spcBef>
              <a:spcAft>
                <a:spcPts val="0"/>
              </a:spcAft>
              <a:buClr>
                <a:schemeClr val="dk1"/>
              </a:buClr>
              <a:buSzPts val="2800"/>
              <a:buFont typeface="Noto Sans Symbols"/>
              <a:buNone/>
            </a:pPr>
            <a:r>
              <a:t/>
            </a:r>
            <a:endParaRPr b="0" baseline="-25000" i="0" sz="2800" u="none" cap="none" strike="noStrike">
              <a:solidFill>
                <a:schemeClr val="dk1"/>
              </a:solidFill>
              <a:latin typeface="Calibri"/>
              <a:ea typeface="Calibri"/>
              <a:cs typeface="Calibri"/>
              <a:sym typeface="Calibri"/>
            </a:endParaRPr>
          </a:p>
          <a:p>
            <a:pPr indent="-342882" lvl="0" marL="342882" marR="0" rtl="0" algn="l">
              <a:lnSpc>
                <a:spcPct val="80000"/>
              </a:lnSpc>
              <a:spcBef>
                <a:spcPts val="640"/>
              </a:spcBef>
              <a:spcAft>
                <a:spcPts val="0"/>
              </a:spcAft>
              <a:buClr>
                <a:schemeClr val="accent2"/>
              </a:buClr>
              <a:buSzPts val="3200"/>
              <a:buFont typeface="Noto Sans Symbols"/>
              <a:buChar char="▪"/>
            </a:pPr>
            <a:r>
              <a:rPr b="0" i="0" lang="en-US" sz="3200" u="none" cap="none" strike="noStrike">
                <a:solidFill>
                  <a:schemeClr val="accent2"/>
                </a:solidFill>
                <a:latin typeface="Calibri"/>
                <a:ea typeface="Calibri"/>
                <a:cs typeface="Calibri"/>
                <a:sym typeface="Calibri"/>
              </a:rPr>
              <a:t>MDP quantities so far:</a:t>
            </a:r>
            <a:endParaRPr/>
          </a:p>
          <a:p>
            <a:pPr indent="-285736" lvl="1" marL="742913" marR="0" rtl="0" algn="l">
              <a:lnSpc>
                <a:spcPct val="8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Policy = Choice of action for each state</a:t>
            </a:r>
            <a:endParaRPr/>
          </a:p>
          <a:p>
            <a:pPr indent="-285736" lvl="1" marL="742913" marR="0" rtl="0" algn="l">
              <a:lnSpc>
                <a:spcPct val="8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Utility = sum of (discounted) rewards</a:t>
            </a:r>
            <a:endParaRPr/>
          </a:p>
        </p:txBody>
      </p:sp>
      <p:grpSp>
        <p:nvGrpSpPr>
          <p:cNvPr id="317" name="Google Shape;317;p16"/>
          <p:cNvGrpSpPr/>
          <p:nvPr/>
        </p:nvGrpSpPr>
        <p:grpSpPr>
          <a:xfrm>
            <a:off x="8001000" y="1600200"/>
            <a:ext cx="3048000" cy="2754586"/>
            <a:chOff x="2400" y="1401"/>
            <a:chExt cx="1392" cy="1258"/>
          </a:xfrm>
        </p:grpSpPr>
        <p:sp>
          <p:nvSpPr>
            <p:cNvPr id="318" name="Google Shape;318;p16"/>
            <p:cNvSpPr/>
            <p:nvPr/>
          </p:nvSpPr>
          <p:spPr>
            <a:xfrm>
              <a:off x="3070" y="1488"/>
              <a:ext cx="155" cy="124"/>
            </a:xfrm>
            <a:prstGeom prst="triangle">
              <a:avLst>
                <a:gd fmla="val 50000" name="adj"/>
              </a:avLst>
            </a:prstGeom>
            <a:solidFill>
              <a:srgbClr val="00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nvGrpSpPr>
            <p:cNvPr id="319" name="Google Shape;319;p16"/>
            <p:cNvGrpSpPr/>
            <p:nvPr/>
          </p:nvGrpSpPr>
          <p:grpSpPr>
            <a:xfrm>
              <a:off x="2529" y="1617"/>
              <a:ext cx="1263" cy="361"/>
              <a:chOff x="1584" y="1680"/>
              <a:chExt cx="2352" cy="336"/>
            </a:xfrm>
          </p:grpSpPr>
          <p:cxnSp>
            <p:nvCxnSpPr>
              <p:cNvPr id="320" name="Google Shape;320;p16"/>
              <p:cNvCxnSpPr/>
              <p:nvPr/>
            </p:nvCxnSpPr>
            <p:spPr>
              <a:xfrm flipH="1">
                <a:off x="1584" y="1680"/>
                <a:ext cx="1152" cy="336"/>
              </a:xfrm>
              <a:prstGeom prst="straightConnector1">
                <a:avLst/>
              </a:prstGeom>
              <a:noFill/>
              <a:ln cap="flat" cmpd="sng" w="9525">
                <a:solidFill>
                  <a:schemeClr val="dk1"/>
                </a:solidFill>
                <a:prstDash val="dash"/>
                <a:round/>
                <a:headEnd len="sm" w="sm" type="none"/>
                <a:tailEnd len="med" w="med" type="triangle"/>
              </a:ln>
            </p:spPr>
          </p:cxnSp>
          <p:cxnSp>
            <p:nvCxnSpPr>
              <p:cNvPr id="321" name="Google Shape;321;p16"/>
              <p:cNvCxnSpPr/>
              <p:nvPr/>
            </p:nvCxnSpPr>
            <p:spPr>
              <a:xfrm>
                <a:off x="2736" y="1680"/>
                <a:ext cx="1200" cy="288"/>
              </a:xfrm>
              <a:prstGeom prst="straightConnector1">
                <a:avLst/>
              </a:prstGeom>
              <a:noFill/>
              <a:ln cap="flat" cmpd="sng" w="9525">
                <a:solidFill>
                  <a:schemeClr val="dk1"/>
                </a:solidFill>
                <a:prstDash val="dash"/>
                <a:round/>
                <a:headEnd len="sm" w="sm" type="none"/>
                <a:tailEnd len="med" w="med" type="triangle"/>
              </a:ln>
            </p:spPr>
          </p:cxnSp>
          <p:cxnSp>
            <p:nvCxnSpPr>
              <p:cNvPr id="322" name="Google Shape;322;p16"/>
              <p:cNvCxnSpPr/>
              <p:nvPr/>
            </p:nvCxnSpPr>
            <p:spPr>
              <a:xfrm flipH="1">
                <a:off x="2304" y="1680"/>
                <a:ext cx="432" cy="336"/>
              </a:xfrm>
              <a:prstGeom prst="straightConnector1">
                <a:avLst/>
              </a:prstGeom>
              <a:noFill/>
              <a:ln cap="flat" cmpd="sng" w="28575">
                <a:solidFill>
                  <a:schemeClr val="dk1"/>
                </a:solidFill>
                <a:prstDash val="solid"/>
                <a:round/>
                <a:headEnd len="sm" w="sm" type="none"/>
                <a:tailEnd len="med" w="med" type="triangle"/>
              </a:ln>
            </p:spPr>
          </p:cxnSp>
          <p:cxnSp>
            <p:nvCxnSpPr>
              <p:cNvPr id="323" name="Google Shape;323;p16"/>
              <p:cNvCxnSpPr/>
              <p:nvPr/>
            </p:nvCxnSpPr>
            <p:spPr>
              <a:xfrm>
                <a:off x="2736" y="1680"/>
                <a:ext cx="432" cy="288"/>
              </a:xfrm>
              <a:prstGeom prst="straightConnector1">
                <a:avLst/>
              </a:prstGeom>
              <a:noFill/>
              <a:ln cap="flat" cmpd="sng" w="9525">
                <a:solidFill>
                  <a:schemeClr val="dk1"/>
                </a:solidFill>
                <a:prstDash val="dash"/>
                <a:round/>
                <a:headEnd len="sm" w="sm" type="none"/>
                <a:tailEnd len="med" w="med" type="triangle"/>
              </a:ln>
            </p:spPr>
          </p:cxnSp>
        </p:grpSp>
        <p:sp>
          <p:nvSpPr>
            <p:cNvPr id="324" name="Google Shape;324;p16"/>
            <p:cNvSpPr/>
            <p:nvPr/>
          </p:nvSpPr>
          <p:spPr>
            <a:xfrm>
              <a:off x="2864" y="1978"/>
              <a:ext cx="129" cy="129"/>
            </a:xfrm>
            <a:prstGeom prst="ellipse">
              <a:avLst/>
            </a:prstGeom>
            <a:solidFill>
              <a:srgbClr val="008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grpSp>
          <p:nvGrpSpPr>
            <p:cNvPr id="325" name="Google Shape;325;p16"/>
            <p:cNvGrpSpPr/>
            <p:nvPr/>
          </p:nvGrpSpPr>
          <p:grpSpPr>
            <a:xfrm>
              <a:off x="2400" y="2107"/>
              <a:ext cx="1057" cy="386"/>
              <a:chOff x="1536" y="2400"/>
              <a:chExt cx="1584" cy="624"/>
            </a:xfrm>
          </p:grpSpPr>
          <p:cxnSp>
            <p:nvCxnSpPr>
              <p:cNvPr id="326" name="Google Shape;326;p16"/>
              <p:cNvCxnSpPr/>
              <p:nvPr/>
            </p:nvCxnSpPr>
            <p:spPr>
              <a:xfrm flipH="1">
                <a:off x="1536" y="2400"/>
                <a:ext cx="776" cy="624"/>
              </a:xfrm>
              <a:prstGeom prst="straightConnector1">
                <a:avLst/>
              </a:prstGeom>
              <a:noFill/>
              <a:ln cap="flat" cmpd="sng" w="9525">
                <a:solidFill>
                  <a:schemeClr val="dk1"/>
                </a:solidFill>
                <a:prstDash val="dash"/>
                <a:round/>
                <a:headEnd len="sm" w="sm" type="none"/>
                <a:tailEnd len="med" w="med" type="triangle"/>
              </a:ln>
            </p:spPr>
          </p:cxnSp>
          <p:cxnSp>
            <p:nvCxnSpPr>
              <p:cNvPr id="327" name="Google Shape;327;p16"/>
              <p:cNvCxnSpPr/>
              <p:nvPr/>
            </p:nvCxnSpPr>
            <p:spPr>
              <a:xfrm>
                <a:off x="2312" y="2400"/>
                <a:ext cx="808" cy="624"/>
              </a:xfrm>
              <a:prstGeom prst="straightConnector1">
                <a:avLst/>
              </a:prstGeom>
              <a:noFill/>
              <a:ln cap="flat" cmpd="sng" w="9525">
                <a:solidFill>
                  <a:schemeClr val="dk1"/>
                </a:solidFill>
                <a:prstDash val="dash"/>
                <a:round/>
                <a:headEnd len="sm" w="sm" type="none"/>
                <a:tailEnd len="med" w="med" type="triangle"/>
              </a:ln>
            </p:spPr>
          </p:cxnSp>
          <p:cxnSp>
            <p:nvCxnSpPr>
              <p:cNvPr id="328" name="Google Shape;328;p16"/>
              <p:cNvCxnSpPr/>
              <p:nvPr/>
            </p:nvCxnSpPr>
            <p:spPr>
              <a:xfrm flipH="1">
                <a:off x="2021" y="2400"/>
                <a:ext cx="291" cy="624"/>
              </a:xfrm>
              <a:prstGeom prst="straightConnector1">
                <a:avLst/>
              </a:prstGeom>
              <a:noFill/>
              <a:ln cap="flat" cmpd="sng" w="9525">
                <a:solidFill>
                  <a:schemeClr val="lt1"/>
                </a:solidFill>
                <a:prstDash val="dash"/>
                <a:round/>
                <a:headEnd len="sm" w="sm" type="none"/>
                <a:tailEnd len="med" w="med" type="triangle"/>
              </a:ln>
            </p:spPr>
          </p:cxnSp>
          <p:cxnSp>
            <p:nvCxnSpPr>
              <p:cNvPr id="329" name="Google Shape;329;p16"/>
              <p:cNvCxnSpPr/>
              <p:nvPr/>
            </p:nvCxnSpPr>
            <p:spPr>
              <a:xfrm>
                <a:off x="2312" y="2400"/>
                <a:ext cx="280" cy="624"/>
              </a:xfrm>
              <a:prstGeom prst="straightConnector1">
                <a:avLst/>
              </a:prstGeom>
              <a:noFill/>
              <a:ln cap="flat" cmpd="sng" w="28575">
                <a:solidFill>
                  <a:schemeClr val="dk1"/>
                </a:solidFill>
                <a:prstDash val="solid"/>
                <a:round/>
                <a:headEnd len="sm" w="sm" type="none"/>
                <a:tailEnd len="med" w="med" type="triangle"/>
              </a:ln>
            </p:spPr>
          </p:cxnSp>
        </p:grpSp>
        <p:sp>
          <p:nvSpPr>
            <p:cNvPr id="330" name="Google Shape;330;p16"/>
            <p:cNvSpPr txBox="1"/>
            <p:nvPr/>
          </p:nvSpPr>
          <p:spPr>
            <a:xfrm>
              <a:off x="3071" y="1680"/>
              <a:ext cx="129"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331" name="Google Shape;331;p16"/>
            <p:cNvSpPr txBox="1"/>
            <p:nvPr/>
          </p:nvSpPr>
          <p:spPr>
            <a:xfrm>
              <a:off x="3216" y="1401"/>
              <a:ext cx="129"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FF"/>
                  </a:solidFill>
                  <a:latin typeface="Calibri"/>
                  <a:ea typeface="Calibri"/>
                  <a:cs typeface="Calibri"/>
                  <a:sym typeface="Calibri"/>
                </a:rPr>
                <a:t>s</a:t>
              </a:r>
              <a:endParaRPr b="0" i="0" sz="1400" u="none" cap="none" strike="noStrike">
                <a:solidFill>
                  <a:srgbClr val="000000"/>
                </a:solidFill>
                <a:latin typeface="Arial"/>
                <a:ea typeface="Arial"/>
                <a:cs typeface="Arial"/>
                <a:sym typeface="Arial"/>
              </a:endParaRPr>
            </a:p>
          </p:txBody>
        </p:sp>
        <p:sp>
          <p:nvSpPr>
            <p:cNvPr id="332" name="Google Shape;332;p16"/>
            <p:cNvSpPr txBox="1"/>
            <p:nvPr/>
          </p:nvSpPr>
          <p:spPr>
            <a:xfrm>
              <a:off x="3024" y="1920"/>
              <a:ext cx="559"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8000"/>
                  </a:solidFill>
                  <a:latin typeface="Calibri"/>
                  <a:ea typeface="Calibri"/>
                  <a:cs typeface="Calibri"/>
                  <a:sym typeface="Calibri"/>
                </a:rPr>
                <a:t>s, a</a:t>
              </a:r>
              <a:endParaRPr b="0" i="0" sz="1400" u="none" cap="none" strike="noStrike">
                <a:solidFill>
                  <a:srgbClr val="000000"/>
                </a:solidFill>
                <a:latin typeface="Arial"/>
                <a:ea typeface="Arial"/>
                <a:cs typeface="Arial"/>
                <a:sym typeface="Arial"/>
              </a:endParaRPr>
            </a:p>
          </p:txBody>
        </p:sp>
        <p:sp>
          <p:nvSpPr>
            <p:cNvPr id="333" name="Google Shape;333;p16"/>
            <p:cNvSpPr txBox="1"/>
            <p:nvPr/>
          </p:nvSpPr>
          <p:spPr>
            <a:xfrm>
              <a:off x="2609" y="2261"/>
              <a:ext cx="50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s,a,s’</a:t>
              </a:r>
              <a:endParaRPr b="0" i="0" sz="2400" u="none" cap="none" strike="noStrike">
                <a:solidFill>
                  <a:schemeClr val="dk1"/>
                </a:solidFill>
                <a:latin typeface="Calibri"/>
                <a:ea typeface="Calibri"/>
                <a:cs typeface="Calibri"/>
                <a:sym typeface="Calibri"/>
              </a:endParaRPr>
            </a:p>
          </p:txBody>
        </p:sp>
        <p:sp>
          <p:nvSpPr>
            <p:cNvPr id="334" name="Google Shape;334;p16"/>
            <p:cNvSpPr/>
            <p:nvPr/>
          </p:nvSpPr>
          <p:spPr>
            <a:xfrm>
              <a:off x="3019" y="2499"/>
              <a:ext cx="154" cy="123"/>
            </a:xfrm>
            <a:prstGeom prst="triangle">
              <a:avLst>
                <a:gd fmla="val 50000" name="adj"/>
              </a:avLst>
            </a:prstGeom>
            <a:solidFill>
              <a:srgbClr val="00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1"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35" name="Google Shape;335;p16"/>
            <p:cNvSpPr txBox="1"/>
            <p:nvPr/>
          </p:nvSpPr>
          <p:spPr>
            <a:xfrm>
              <a:off x="3096" y="2448"/>
              <a:ext cx="331" cy="211"/>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2400"/>
                <a:buFont typeface="Arial"/>
                <a:buNone/>
              </a:pPr>
              <a:r>
                <a:rPr b="0" i="0" lang="en-US" sz="2400" u="none" cap="none" strike="noStrike">
                  <a:solidFill>
                    <a:srgbClr val="0000FF"/>
                  </a:solidFill>
                  <a:latin typeface="Calibri"/>
                  <a:ea typeface="Calibri"/>
                  <a:cs typeface="Calibri"/>
                  <a:sym typeface="Calibri"/>
                </a:rPr>
                <a:t>s’</a:t>
              </a:r>
              <a:endParaRPr b="0" i="0" sz="2400" u="none" cap="none" strike="noStrike">
                <a:solidFill>
                  <a:srgbClr val="0000FF"/>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n-berkeley-nlp-v1">
  <a:themeElements>
    <a:clrScheme name="dan-berkeley-nlp-v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